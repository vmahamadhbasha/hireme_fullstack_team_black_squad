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86" name="Shape 186"/>
          <p:cNvSpPr/>
          <p:nvPr>
            <p:ph type="sldImg"/>
          </p:nvPr>
        </p:nvSpPr>
        <p:spPr>
          <a:xfrm>
            <a:off x="1143000" y="685800"/>
            <a:ext cx="4572000" cy="3429000"/>
          </a:xfrm>
          <a:prstGeom prst="rect">
            <a:avLst/>
          </a:prstGeom>
        </p:spPr>
        <p:txBody>
          <a:bodyPr/>
          <a:lstStyle/>
          <a:p>
            <a:pPr/>
          </a:p>
        </p:txBody>
      </p:sp>
      <p:sp>
        <p:nvSpPr>
          <p:cNvPr id="187" name="Shape 18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12"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13"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xfrm>
            <a:off x="23558499" y="1246072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Curved, white arches on a grey reflective floor"/>
          <p:cNvSpPr/>
          <p:nvPr>
            <p:ph type="pic" idx="21"/>
          </p:nvPr>
        </p:nvSpPr>
        <p:spPr>
          <a:xfrm>
            <a:off x="-76200" y="-558800"/>
            <a:ext cx="24574500" cy="14839510"/>
          </a:xfrm>
          <a:prstGeom prst="rect">
            <a:avLst/>
          </a:prstGeom>
        </p:spPr>
        <p:txBody>
          <a:bodyPr lIns="91439" tIns="45719" rIns="91439" bIns="45719">
            <a:noAutofit/>
          </a:bodyPr>
          <a:lstStyle/>
          <a:p>
            <a:pPr/>
          </a:p>
        </p:txBody>
      </p:sp>
      <p:sp>
        <p:nvSpPr>
          <p:cNvPr id="22" name="Author and Date"/>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23"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24"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Low angle view of a tall building with mirrored glass windows"/>
          <p:cNvSpPr/>
          <p:nvPr>
            <p:ph type="pic" idx="21"/>
          </p:nvPr>
        </p:nvSpPr>
        <p:spPr>
          <a:xfrm>
            <a:off x="8140700" y="-1"/>
            <a:ext cx="20574000" cy="13716001"/>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43" name="Slide Title"/>
          <p:cNvSpPr txBox="1"/>
          <p:nvPr>
            <p:ph type="title" hasCustomPrompt="1"/>
          </p:nvPr>
        </p:nvSpPr>
        <p:spPr>
          <a:prstGeom prst="rect">
            <a:avLst/>
          </a:prstGeom>
        </p:spPr>
        <p:txBody>
          <a:bodyPr/>
          <a:lstStyle/>
          <a:p>
            <a:pPr/>
            <a:r>
              <a:t>Slide 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Partial view of a ceiling with wood panelling"/>
          <p:cNvSpPr/>
          <p:nvPr>
            <p:ph type="pic" idx="21"/>
          </p:nvPr>
        </p:nvSpPr>
        <p:spPr>
          <a:xfrm>
            <a:off x="9588500" y="-482600"/>
            <a:ext cx="21513800" cy="14300200"/>
          </a:xfrm>
          <a:prstGeom prst="rect">
            <a:avLst/>
          </a:prstGeom>
        </p:spPr>
        <p:txBody>
          <a:bodyPr lIns="91439" tIns="45719" rIns="91439" bIns="45719">
            <a:noAutofit/>
          </a:bodyPr>
          <a:lstStyle/>
          <a:p>
            <a:pPr/>
          </a:p>
        </p:txBody>
      </p:sp>
      <p:sp>
        <p:nvSpPr>
          <p:cNvPr id="61" name="Slide Subtitle"/>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72" name="Slide Title"/>
          <p:cNvSpPr txBox="1"/>
          <p:nvPr>
            <p:ph type="title" hasCustomPrompt="1"/>
          </p:nvPr>
        </p:nvSpPr>
        <p:spPr>
          <a:prstGeom prst="rect">
            <a:avLst/>
          </a:prstGeom>
        </p:spPr>
        <p:txBody>
          <a:bodyPr/>
          <a:lstStyle/>
          <a:p>
            <a:pPr/>
            <a:r>
              <a:t>Slide 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3911600"/>
            <a:ext cx="21971004" cy="4648200"/>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100" name="Slide Title"/>
          <p:cNvSpPr txBox="1"/>
          <p:nvPr>
            <p:ph type="title" hasCustomPrompt="1"/>
          </p:nvPr>
        </p:nvSpPr>
        <p:spPr>
          <a:prstGeom prst="rect">
            <a:avLst/>
          </a:prstGeom>
        </p:spPr>
        <p:txBody>
          <a:bodyPr/>
          <a:lstStyle/>
          <a:p>
            <a:pPr/>
            <a:r>
              <a:t>Slide 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Agenda Subtitle</a:t>
            </a:r>
          </a:p>
        </p:txBody>
      </p:sp>
      <p:sp>
        <p:nvSpPr>
          <p:cNvPr id="109" name="Body Level One…"/>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Agenda Topics</a:t>
            </a:r>
          </a:p>
          <a:p>
            <a:pPr lvl="1"/>
            <a:r>
              <a:t/>
            </a:r>
          </a:p>
          <a:p>
            <a:pPr lvl="2"/>
            <a:r>
              <a:t/>
            </a:r>
          </a:p>
          <a:p>
            <a:pPr lvl="3"/>
            <a:r>
              <a:t/>
            </a:r>
          </a:p>
          <a:p>
            <a:pPr lvl="4"/>
            <a:r>
              <a:t/>
            </a:r>
          </a:p>
        </p:txBody>
      </p:sp>
      <p:sp>
        <p:nvSpPr>
          <p:cNvPr id="110" name="Agenda Title"/>
          <p:cNvSpPr txBox="1"/>
          <p:nvPr>
            <p:ph type="title" hasCustomPrompt="1"/>
          </p:nvPr>
        </p:nvSpPr>
        <p:spPr>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6" name="Body Level One…"/>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orridor of an open-air stone building under a pink and purple sky"/>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Black and white close-up of a curved roof"/>
          <p:cNvSpPr/>
          <p:nvPr>
            <p:ph type="pic" sz="half" idx="22"/>
          </p:nvPr>
        </p:nvSpPr>
        <p:spPr>
          <a:xfrm>
            <a:off x="6577500" y="3632200"/>
            <a:ext cx="11228999" cy="6451600"/>
          </a:xfrm>
          <a:prstGeom prst="rect">
            <a:avLst/>
          </a:prstGeom>
        </p:spPr>
        <p:txBody>
          <a:bodyPr lIns="91439" tIns="45719" rIns="91439" bIns="45719">
            <a:noAutofit/>
          </a:bodyPr>
          <a:lstStyle/>
          <a:p>
            <a:pPr/>
          </a:p>
        </p:txBody>
      </p:sp>
      <p:sp>
        <p:nvSpPr>
          <p:cNvPr id="146" name="Low angle view of a metal spiral staircase"/>
          <p:cNvSpPr/>
          <p:nvPr>
            <p:ph type="pic" sz="quarter" idx="23"/>
          </p:nvPr>
        </p:nvSpPr>
        <p:spPr>
          <a:xfrm>
            <a:off x="14643100" y="3632200"/>
            <a:ext cx="9677400" cy="64516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Futuristic, white corridor with shadows"/>
          <p:cNvSpPr/>
          <p:nvPr>
            <p:ph type="pic" idx="21"/>
          </p:nvPr>
        </p:nvSpPr>
        <p:spPr>
          <a:xfrm>
            <a:off x="-38100" y="-520700"/>
            <a:ext cx="24447500" cy="1476331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9" name="Title Text"/>
          <p:cNvSpPr txBox="1"/>
          <p:nvPr>
            <p:ph type="title"/>
          </p:nvPr>
        </p:nvSpPr>
        <p:spPr>
          <a:xfrm>
            <a:off x="3962400" y="549276"/>
            <a:ext cx="16459200" cy="2286001"/>
          </a:xfrm>
          <a:prstGeom prst="rect">
            <a:avLst/>
          </a:prstGeom>
        </p:spPr>
        <p:txBody>
          <a:bodyPr lIns="91399" tIns="91399" rIns="91399" bIns="91399" anchor="ctr"/>
          <a:lstStyle>
            <a:lvl1pPr algn="ctr" defTabSz="1828800">
              <a:lnSpc>
                <a:spcPct val="100000"/>
              </a:lnSpc>
              <a:defRPr spc="0" sz="8800">
                <a:solidFill>
                  <a:srgbClr val="000000"/>
                </a:solidFill>
                <a:latin typeface="Calibri"/>
                <a:ea typeface="Calibri"/>
                <a:cs typeface="Calibri"/>
                <a:sym typeface="Calibri"/>
              </a:defRPr>
            </a:lvl1pPr>
          </a:lstStyle>
          <a:p>
            <a:pPr/>
            <a:r>
              <a:t>Title Text</a:t>
            </a:r>
          </a:p>
        </p:txBody>
      </p:sp>
      <p:sp>
        <p:nvSpPr>
          <p:cNvPr id="170" name="Body Level One…"/>
          <p:cNvSpPr txBox="1"/>
          <p:nvPr>
            <p:ph type="body" idx="1"/>
          </p:nvPr>
        </p:nvSpPr>
        <p:spPr>
          <a:xfrm>
            <a:off x="3962400" y="3200400"/>
            <a:ext cx="16459200" cy="9051926"/>
          </a:xfrm>
          <a:prstGeom prst="rect">
            <a:avLst/>
          </a:prstGeom>
        </p:spPr>
        <p:txBody>
          <a:bodyPr lIns="91399" tIns="91399" rIns="91399" bIns="91399"/>
          <a:lstStyle>
            <a:lvl1pPr marL="800100" indent="-685800" defTabSz="1828800">
              <a:spcBef>
                <a:spcPts val="600"/>
              </a:spcBef>
              <a:buClr>
                <a:srgbClr val="000000"/>
              </a:buClr>
              <a:buSzPts val="6400"/>
              <a:buFont typeface="Arial"/>
              <a:defRPr sz="6400">
                <a:solidFill>
                  <a:srgbClr val="000000"/>
                </a:solidFill>
                <a:latin typeface="Calibri"/>
                <a:ea typeface="Calibri"/>
                <a:cs typeface="Calibri"/>
                <a:sym typeface="Calibri"/>
              </a:defRPr>
            </a:lvl1pPr>
            <a:lvl2pPr marL="1355271" indent="-783771" defTabSz="1828800">
              <a:spcBef>
                <a:spcPts val="600"/>
              </a:spcBef>
              <a:buClr>
                <a:srgbClr val="000000"/>
              </a:buClr>
              <a:buSzPts val="6400"/>
              <a:buFont typeface="Arial"/>
              <a:buChar char="–"/>
              <a:defRPr sz="6400">
                <a:solidFill>
                  <a:srgbClr val="000000"/>
                </a:solidFill>
                <a:latin typeface="Calibri"/>
                <a:ea typeface="Calibri"/>
                <a:cs typeface="Calibri"/>
                <a:sym typeface="Calibri"/>
              </a:defRPr>
            </a:lvl2pPr>
            <a:lvl3pPr marL="1943100" indent="-914400" defTabSz="1828800">
              <a:spcBef>
                <a:spcPts val="600"/>
              </a:spcBef>
              <a:buClr>
                <a:srgbClr val="000000"/>
              </a:buClr>
              <a:buSzPts val="6400"/>
              <a:buFont typeface="Arial"/>
              <a:defRPr sz="6400">
                <a:solidFill>
                  <a:srgbClr val="000000"/>
                </a:solidFill>
                <a:latin typeface="Calibri"/>
                <a:ea typeface="Calibri"/>
                <a:cs typeface="Calibri"/>
                <a:sym typeface="Calibri"/>
              </a:defRPr>
            </a:lvl3pPr>
            <a:lvl4pPr marL="2583179" indent="-1097279" defTabSz="1828800">
              <a:spcBef>
                <a:spcPts val="600"/>
              </a:spcBef>
              <a:buClr>
                <a:srgbClr val="000000"/>
              </a:buClr>
              <a:buSzPts val="6400"/>
              <a:buFont typeface="Arial"/>
              <a:buChar char="–"/>
              <a:defRPr sz="6400">
                <a:solidFill>
                  <a:srgbClr val="000000"/>
                </a:solidFill>
                <a:latin typeface="Calibri"/>
                <a:ea typeface="Calibri"/>
                <a:cs typeface="Calibri"/>
                <a:sym typeface="Calibri"/>
              </a:defRPr>
            </a:lvl4pPr>
            <a:lvl5pPr marL="3040379" indent="-1097279" defTabSz="1828800">
              <a:spcBef>
                <a:spcPts val="600"/>
              </a:spcBef>
              <a:buClr>
                <a:srgbClr val="000000"/>
              </a:buClr>
              <a:buSzPts val="6400"/>
              <a:buFont typeface="Arial"/>
              <a:buChar char="»"/>
              <a:defRPr sz="6400">
                <a:solidFill>
                  <a:srgbClr val="000000"/>
                </a:solidFill>
                <a:latin typeface="Calibri"/>
                <a:ea typeface="Calibri"/>
                <a:cs typeface="Calibri"/>
                <a:sym typeface="Calibri"/>
              </a:defRPr>
            </a:lvl5pPr>
          </a:lstStyle>
          <a:p>
            <a:pPr/>
            <a:r>
              <a:t>Body Level One</a:t>
            </a:r>
          </a:p>
          <a:p>
            <a:pPr lvl="1"/>
            <a:r>
              <a:t>Body Level Two</a:t>
            </a:r>
          </a:p>
          <a:p>
            <a:pPr lvl="2"/>
            <a:r>
              <a:t>Body Level Three</a:t>
            </a:r>
          </a:p>
          <a:p>
            <a:pPr lvl="3"/>
            <a:r>
              <a:t>Body Level Four</a:t>
            </a:r>
          </a:p>
          <a:p>
            <a:pPr lvl="4"/>
            <a:r>
              <a:t>Body Level Five</a:t>
            </a:r>
          </a:p>
        </p:txBody>
      </p:sp>
      <p:sp>
        <p:nvSpPr>
          <p:cNvPr id="171" name="Slide Number"/>
          <p:cNvSpPr txBox="1"/>
          <p:nvPr>
            <p:ph type="sldNum" sz="quarter" idx="2"/>
          </p:nvPr>
        </p:nvSpPr>
        <p:spPr>
          <a:xfrm>
            <a:off x="19917132" y="12835910"/>
            <a:ext cx="504468" cy="483830"/>
          </a:xfrm>
          <a:prstGeom prst="rect">
            <a:avLst/>
          </a:prstGeom>
        </p:spPr>
        <p:txBody>
          <a:bodyPr lIns="91399" tIns="91399" rIns="91399" bIns="91399" anchor="ctr"/>
          <a:lstStyle>
            <a:lvl1pPr defTabSz="1828800">
              <a:defRPr sz="2400">
                <a:solidFill>
                  <a:srgbClr val="888888"/>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78" name="Title Text"/>
          <p:cNvSpPr txBox="1"/>
          <p:nvPr>
            <p:ph type="title"/>
          </p:nvPr>
        </p:nvSpPr>
        <p:spPr>
          <a:xfrm>
            <a:off x="4419600" y="4260850"/>
            <a:ext cx="15544800" cy="2940050"/>
          </a:xfrm>
          <a:prstGeom prst="rect">
            <a:avLst/>
          </a:prstGeom>
        </p:spPr>
        <p:txBody>
          <a:bodyPr lIns="91399" tIns="91399" rIns="91399" bIns="91399" anchor="ctr"/>
          <a:lstStyle>
            <a:lvl1pPr algn="ctr" defTabSz="1828800">
              <a:lnSpc>
                <a:spcPct val="100000"/>
              </a:lnSpc>
              <a:defRPr spc="0" sz="8800">
                <a:solidFill>
                  <a:srgbClr val="000000"/>
                </a:solidFill>
                <a:latin typeface="Calibri"/>
                <a:ea typeface="Calibri"/>
                <a:cs typeface="Calibri"/>
                <a:sym typeface="Calibri"/>
              </a:defRPr>
            </a:lvl1pPr>
          </a:lstStyle>
          <a:p>
            <a:pPr/>
            <a:r>
              <a:t>Title Text</a:t>
            </a:r>
          </a:p>
        </p:txBody>
      </p:sp>
      <p:sp>
        <p:nvSpPr>
          <p:cNvPr id="179" name="Body Level One…"/>
          <p:cNvSpPr txBox="1"/>
          <p:nvPr>
            <p:ph type="body" sz="quarter" idx="1"/>
          </p:nvPr>
        </p:nvSpPr>
        <p:spPr>
          <a:xfrm>
            <a:off x="5791200" y="7772400"/>
            <a:ext cx="12801600" cy="3505200"/>
          </a:xfrm>
          <a:prstGeom prst="rect">
            <a:avLst/>
          </a:prstGeom>
        </p:spPr>
        <p:txBody>
          <a:bodyPr lIns="91399" tIns="91399" rIns="91399" bIns="91399"/>
          <a:lstStyle>
            <a:lvl1pPr marL="863600" indent="-838200" algn="ctr" defTabSz="1828800">
              <a:spcBef>
                <a:spcPts val="1200"/>
              </a:spcBef>
              <a:buSzTx/>
              <a:buNone/>
              <a:defRPr sz="6400">
                <a:solidFill>
                  <a:srgbClr val="888888"/>
                </a:solidFill>
                <a:latin typeface="Calibri"/>
                <a:ea typeface="Calibri"/>
                <a:cs typeface="Calibri"/>
                <a:sym typeface="Calibri"/>
              </a:defRPr>
            </a:lvl1pPr>
            <a:lvl2pPr marL="863600" indent="-355600" algn="ctr" defTabSz="1828800">
              <a:spcBef>
                <a:spcPts val="1200"/>
              </a:spcBef>
              <a:buSzTx/>
              <a:buNone/>
              <a:defRPr sz="6400">
                <a:solidFill>
                  <a:srgbClr val="888888"/>
                </a:solidFill>
                <a:latin typeface="Calibri"/>
                <a:ea typeface="Calibri"/>
                <a:cs typeface="Calibri"/>
                <a:sym typeface="Calibri"/>
              </a:defRPr>
            </a:lvl2pPr>
            <a:lvl3pPr marL="863600" indent="127000" algn="ctr" defTabSz="1828800">
              <a:spcBef>
                <a:spcPts val="1200"/>
              </a:spcBef>
              <a:buSzTx/>
              <a:buNone/>
              <a:defRPr sz="6400">
                <a:solidFill>
                  <a:srgbClr val="888888"/>
                </a:solidFill>
                <a:latin typeface="Calibri"/>
                <a:ea typeface="Calibri"/>
                <a:cs typeface="Calibri"/>
                <a:sym typeface="Calibri"/>
              </a:defRPr>
            </a:lvl3pPr>
            <a:lvl4pPr marL="863600" indent="609600" algn="ctr" defTabSz="1828800">
              <a:spcBef>
                <a:spcPts val="1200"/>
              </a:spcBef>
              <a:buSzTx/>
              <a:buNone/>
              <a:defRPr sz="6400">
                <a:solidFill>
                  <a:srgbClr val="888888"/>
                </a:solidFill>
                <a:latin typeface="Calibri"/>
                <a:ea typeface="Calibri"/>
                <a:cs typeface="Calibri"/>
                <a:sym typeface="Calibri"/>
              </a:defRPr>
            </a:lvl4pPr>
            <a:lvl5pPr marL="863600" indent="1066800" algn="ctr" defTabSz="1828800">
              <a:spcBef>
                <a:spcPts val="1200"/>
              </a:spcBef>
              <a:buSzTx/>
              <a:buNone/>
              <a:defRPr sz="6400">
                <a:solidFill>
                  <a:srgbClr val="888888"/>
                </a:solidFill>
                <a:latin typeface="Calibri"/>
                <a:ea typeface="Calibri"/>
                <a:cs typeface="Calibri"/>
                <a:sym typeface="Calibri"/>
              </a:defRPr>
            </a:lvl5pPr>
          </a:lstStyle>
          <a:p>
            <a:pPr/>
            <a:r>
              <a:t>Body Level One</a:t>
            </a:r>
          </a:p>
          <a:p>
            <a:pPr lvl="1"/>
            <a:r>
              <a:t>Body Level Two</a:t>
            </a:r>
          </a:p>
          <a:p>
            <a:pPr lvl="2"/>
            <a:r>
              <a:t>Body Level Three</a:t>
            </a:r>
          </a:p>
          <a:p>
            <a:pPr lvl="3"/>
            <a:r>
              <a:t>Body Level Four</a:t>
            </a:r>
          </a:p>
          <a:p>
            <a:pPr lvl="4"/>
            <a:r>
              <a:t>Body Level Five</a:t>
            </a:r>
          </a:p>
        </p:txBody>
      </p:sp>
      <p:sp>
        <p:nvSpPr>
          <p:cNvPr id="180" name="Slide Number"/>
          <p:cNvSpPr txBox="1"/>
          <p:nvPr>
            <p:ph type="sldNum" sz="quarter" idx="2"/>
          </p:nvPr>
        </p:nvSpPr>
        <p:spPr>
          <a:xfrm>
            <a:off x="19917132" y="12835910"/>
            <a:ext cx="504468" cy="483830"/>
          </a:xfrm>
          <a:prstGeom prst="rect">
            <a:avLst/>
          </a:prstGeom>
        </p:spPr>
        <p:txBody>
          <a:bodyPr lIns="91399" tIns="91399" rIns="91399" bIns="91399" anchor="ctr"/>
          <a:lstStyle>
            <a:lvl1pPr defTabSz="1828800">
              <a:defRPr sz="2400">
                <a:solidFill>
                  <a:srgbClr val="888888"/>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3.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3.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7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PREMCHAND NAIDU.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PREMCHAND NAIDU.G</a:t>
            </a:r>
          </a:p>
        </p:txBody>
      </p:sp>
      <p:sp>
        <p:nvSpPr>
          <p:cNvPr id="190" name="REACT JS"/>
          <p:cNvSpPr txBox="1"/>
          <p:nvPr>
            <p:ph type="ctrTitle"/>
          </p:nvPr>
        </p:nvSpPr>
        <p:spPr>
          <a:prstGeom prst="rect">
            <a:avLst/>
          </a:prstGeom>
        </p:spPr>
        <p:txBody>
          <a:bodyPr/>
          <a:lstStyle/>
          <a:p>
            <a:pPr/>
            <a:r>
              <a:t>REACT JS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2" name="Google Shape;375;p4"/>
          <p:cNvSpPr txBox="1"/>
          <p:nvPr>
            <p:ph type="body" sz="quarter" idx="1"/>
          </p:nvPr>
        </p:nvSpPr>
        <p:spPr>
          <a:prstGeom prst="rect">
            <a:avLst/>
          </a:prstGeom>
        </p:spPr>
        <p:txBody>
          <a:bodyPr/>
          <a:lstStyle>
            <a:lvl1pPr marL="0" indent="0">
              <a:spcBef>
                <a:spcPts val="0"/>
              </a:spcBef>
              <a:defRPr>
                <a:latin typeface="Bookman Old Style"/>
                <a:ea typeface="Bookman Old Style"/>
                <a:cs typeface="Bookman Old Style"/>
                <a:sym typeface="Bookman Old Style"/>
              </a:defRPr>
            </a:lvl1pPr>
          </a:lstStyle>
          <a:p>
            <a:pPr/>
            <a:r>
              <a:t>WHAT IS REACT?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Google Shape;397;p8"/>
          <p:cNvSpPr txBox="1"/>
          <p:nvPr>
            <p:ph type="title"/>
          </p:nvPr>
        </p:nvSpPr>
        <p:spPr>
          <a:xfrm>
            <a:off x="3925077" y="814000"/>
            <a:ext cx="16459201" cy="1431925"/>
          </a:xfrm>
          <a:prstGeom prst="rect">
            <a:avLst/>
          </a:prstGeom>
        </p:spPr>
        <p:txBody>
          <a:bodyPr/>
          <a:lstStyle/>
          <a:p>
            <a:pPr defTabSz="731520">
              <a:defRPr b="1" sz="3520">
                <a:latin typeface="Bookman Old Style"/>
                <a:ea typeface="Bookman Old Style"/>
                <a:cs typeface="Bookman Old Style"/>
                <a:sym typeface="Bookman Old Style"/>
              </a:defRPr>
            </a:pPr>
          </a:p>
          <a:p>
            <a:pPr defTabSz="731520">
              <a:defRPr b="1" sz="3520">
                <a:solidFill>
                  <a:srgbClr val="FF0000"/>
                </a:solidFill>
                <a:latin typeface="Bookman Old Style"/>
                <a:ea typeface="Bookman Old Style"/>
                <a:cs typeface="Bookman Old Style"/>
                <a:sym typeface="Bookman Old Style"/>
              </a:defRPr>
            </a:pPr>
            <a:r>
              <a:t>REACT</a:t>
            </a:r>
            <a:br/>
          </a:p>
        </p:txBody>
      </p:sp>
      <p:sp>
        <p:nvSpPr>
          <p:cNvPr id="195" name="Google Shape;398;p8"/>
          <p:cNvSpPr txBox="1"/>
          <p:nvPr>
            <p:ph type="body" sz="half" idx="1"/>
          </p:nvPr>
        </p:nvSpPr>
        <p:spPr>
          <a:xfrm>
            <a:off x="3962400" y="2356879"/>
            <a:ext cx="16459200" cy="7257738"/>
          </a:xfrm>
          <a:prstGeom prst="rect">
            <a:avLst/>
          </a:prstGeom>
        </p:spPr>
        <p:txBody>
          <a:bodyPr/>
          <a:lstStyle/>
          <a:p>
            <a:pPr marL="589788" indent="-589788" algn="just" defTabSz="1572768">
              <a:lnSpc>
                <a:spcPct val="150000"/>
              </a:lnSpc>
              <a:spcBef>
                <a:spcPts val="0"/>
              </a:spcBef>
              <a:buSzPts val="4600"/>
              <a:buFont typeface="Times New Roman"/>
              <a:defRPr sz="4644">
                <a:latin typeface="Bookman Old Style"/>
                <a:ea typeface="Bookman Old Style"/>
                <a:cs typeface="Bookman Old Style"/>
                <a:sym typeface="Bookman Old Style"/>
              </a:defRPr>
            </a:pPr>
            <a:r>
              <a:t>React is an open-source JavaScript library for building user interfaces (UI).</a:t>
            </a:r>
          </a:p>
          <a:p>
            <a:pPr marL="589788" indent="-589788" algn="just" defTabSz="1572768">
              <a:lnSpc>
                <a:spcPct val="150000"/>
              </a:lnSpc>
              <a:spcBef>
                <a:spcPts val="0"/>
              </a:spcBef>
              <a:buSzPts val="4600"/>
              <a:buFont typeface="Times New Roman"/>
              <a:defRPr sz="4644">
                <a:latin typeface="Bookman Old Style"/>
                <a:ea typeface="Bookman Old Style"/>
                <a:cs typeface="Bookman Old Style"/>
                <a:sym typeface="Bookman Old Style"/>
              </a:defRPr>
            </a:pPr>
            <a:r>
              <a:t>It was developed and is maintained by Facebook and a community of individual developers and companies. </a:t>
            </a:r>
          </a:p>
          <a:p>
            <a:pPr marL="589788" indent="-589788" algn="just" defTabSz="1572768">
              <a:lnSpc>
                <a:spcPct val="150000"/>
              </a:lnSpc>
              <a:spcBef>
                <a:spcPts val="0"/>
              </a:spcBef>
              <a:buSzPts val="4600"/>
              <a:buFont typeface="Times New Roman"/>
              <a:defRPr sz="4644">
                <a:latin typeface="Bookman Old Style"/>
                <a:ea typeface="Bookman Old Style"/>
                <a:cs typeface="Bookman Old Style"/>
                <a:sym typeface="Bookman Old Style"/>
              </a:defRPr>
            </a:pPr>
            <a:r>
              <a:t>React is often used for building single-page applications and mobile applications.</a:t>
            </a:r>
          </a:p>
          <a:p>
            <a:pPr marL="589788" indent="-589788" algn="just" defTabSz="1572768">
              <a:lnSpc>
                <a:spcPct val="150000"/>
              </a:lnSpc>
              <a:spcBef>
                <a:spcPts val="0"/>
              </a:spcBef>
              <a:buSzPts val="4600"/>
              <a:buFont typeface="Times New Roman"/>
              <a:defRPr sz="4644">
                <a:latin typeface="Bookman Old Style"/>
                <a:ea typeface="Bookman Old Style"/>
                <a:cs typeface="Bookman Old Style"/>
                <a:sym typeface="Bookman Old Style"/>
              </a:defRPr>
            </a:pPr>
            <a:r>
              <a:t>Key features and concepts of React include: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Google Shape;397;p8"/>
          <p:cNvSpPr txBox="1"/>
          <p:nvPr>
            <p:ph type="title"/>
          </p:nvPr>
        </p:nvSpPr>
        <p:spPr>
          <a:xfrm>
            <a:off x="3048000" y="1442406"/>
            <a:ext cx="18288000" cy="1431925"/>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1. COMPONENT-BASED </a:t>
            </a:r>
            <a:br>
              <a:rPr>
                <a:solidFill>
                  <a:srgbClr val="FF0000"/>
                </a:solidFill>
              </a:rPr>
            </a:br>
          </a:p>
        </p:txBody>
      </p:sp>
      <p:sp>
        <p:nvSpPr>
          <p:cNvPr id="198" name="Google Shape;398;p8"/>
          <p:cNvSpPr txBox="1"/>
          <p:nvPr>
            <p:ph type="body" idx="1"/>
          </p:nvPr>
        </p:nvSpPr>
        <p:spPr>
          <a:xfrm>
            <a:off x="3962400" y="3250009"/>
            <a:ext cx="16459200" cy="8207983"/>
          </a:xfrm>
          <a:prstGeom prst="rect">
            <a:avLst/>
          </a:prstGeom>
        </p:spPr>
        <p:txBody>
          <a:bodyPr/>
          <a:lstStyle/>
          <a:p>
            <a:pPr marL="678941" indent="-678941" algn="just" defTabSz="1810511">
              <a:lnSpc>
                <a:spcPct val="150000"/>
              </a:lnSpc>
              <a:spcBef>
                <a:spcPts val="0"/>
              </a:spcBef>
              <a:buSzPts val="5300"/>
              <a:buFont typeface="Times New Roman"/>
              <a:defRPr sz="5346">
                <a:latin typeface="Bookman Old Style"/>
                <a:ea typeface="Bookman Old Style"/>
                <a:cs typeface="Bookman Old Style"/>
                <a:sym typeface="Bookman Old Style"/>
              </a:defRPr>
            </a:pPr>
            <a:r>
              <a:t>React is based on a component-based architecture, which means to build user interface using reusable components.</a:t>
            </a:r>
          </a:p>
          <a:p>
            <a:pPr marL="678941" indent="-678941" algn="just" defTabSz="1810511">
              <a:lnSpc>
                <a:spcPct val="150000"/>
              </a:lnSpc>
              <a:spcBef>
                <a:spcPts val="0"/>
              </a:spcBef>
              <a:buSzPts val="5300"/>
              <a:buFont typeface="Times New Roman"/>
              <a:defRPr sz="5346">
                <a:latin typeface="Bookman Old Style"/>
                <a:ea typeface="Bookman Old Style"/>
                <a:cs typeface="Bookman Old Style"/>
                <a:sym typeface="Bookman Old Style"/>
              </a:defRPr>
            </a:pPr>
            <a:r>
              <a:t>Each component is responsible for a specific part of the UI. </a:t>
            </a:r>
          </a:p>
          <a:p>
            <a:pPr marL="678941" indent="-678941" algn="just" defTabSz="1810511">
              <a:lnSpc>
                <a:spcPct val="150000"/>
              </a:lnSpc>
              <a:spcBef>
                <a:spcPts val="0"/>
              </a:spcBef>
              <a:buSzPts val="5300"/>
              <a:buFont typeface="Times New Roman"/>
              <a:defRPr sz="5346">
                <a:latin typeface="Bookman Old Style"/>
                <a:ea typeface="Bookman Old Style"/>
                <a:cs typeface="Bookman Old Style"/>
                <a:sym typeface="Bookman Old Style"/>
              </a:defRPr>
            </a:pPr>
            <a:r>
              <a:t>It can be composed together to create complex applications.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Google Shape;397;p8"/>
          <p:cNvSpPr txBox="1"/>
          <p:nvPr>
            <p:ph type="title"/>
          </p:nvPr>
        </p:nvSpPr>
        <p:spPr>
          <a:xfrm>
            <a:off x="3048000" y="1442406"/>
            <a:ext cx="18288000" cy="1431925"/>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2. VIRTUAL DOM</a:t>
            </a:r>
            <a:br>
              <a:rPr>
                <a:solidFill>
                  <a:srgbClr val="FF0000"/>
                </a:solidFill>
              </a:rPr>
            </a:br>
          </a:p>
        </p:txBody>
      </p:sp>
      <p:sp>
        <p:nvSpPr>
          <p:cNvPr id="201" name="Google Shape;398;p8"/>
          <p:cNvSpPr txBox="1"/>
          <p:nvPr>
            <p:ph type="body" idx="1"/>
          </p:nvPr>
        </p:nvSpPr>
        <p:spPr>
          <a:xfrm>
            <a:off x="3962400" y="3250009"/>
            <a:ext cx="16459200" cy="8207983"/>
          </a:xfrm>
          <a:prstGeom prst="rect">
            <a:avLst/>
          </a:prstGeom>
        </p:spPr>
        <p:txBody>
          <a:bodyPr/>
          <a:lstStyle/>
          <a:p>
            <a:pPr marL="678941" indent="-678941" algn="just" defTabSz="1810511">
              <a:lnSpc>
                <a:spcPct val="150000"/>
              </a:lnSpc>
              <a:spcBef>
                <a:spcPts val="0"/>
              </a:spcBef>
              <a:buSzPts val="5300"/>
              <a:buFont typeface="Times New Roman"/>
              <a:defRPr sz="5346">
                <a:latin typeface="Bookman Old Style"/>
                <a:ea typeface="Bookman Old Style"/>
                <a:cs typeface="Bookman Old Style"/>
                <a:sym typeface="Bookman Old Style"/>
              </a:defRPr>
            </a:pPr>
            <a:r>
              <a:t>React uses a virtual representation of the actual DOM, which allows it to efficiently update.</a:t>
            </a:r>
          </a:p>
          <a:p>
            <a:pPr marL="678941" indent="-678941" algn="just" defTabSz="1810511">
              <a:lnSpc>
                <a:spcPct val="150000"/>
              </a:lnSpc>
              <a:spcBef>
                <a:spcPts val="0"/>
              </a:spcBef>
              <a:buSzPts val="5300"/>
              <a:buFont typeface="Times New Roman"/>
              <a:defRPr sz="5346">
                <a:latin typeface="Bookman Old Style"/>
                <a:ea typeface="Bookman Old Style"/>
                <a:cs typeface="Bookman Old Style"/>
                <a:sym typeface="Bookman Old Style"/>
              </a:defRPr>
            </a:pPr>
            <a:r>
              <a:t>It render changes to the user interface. </a:t>
            </a:r>
          </a:p>
          <a:p>
            <a:pPr marL="678941" indent="-678941" algn="just" defTabSz="1810511">
              <a:lnSpc>
                <a:spcPct val="150000"/>
              </a:lnSpc>
              <a:spcBef>
                <a:spcPts val="0"/>
              </a:spcBef>
              <a:buSzPts val="5300"/>
              <a:buFont typeface="Times New Roman"/>
              <a:defRPr sz="5346">
                <a:latin typeface="Bookman Old Style"/>
                <a:ea typeface="Bookman Old Style"/>
                <a:cs typeface="Bookman Old Style"/>
                <a:sym typeface="Bookman Old Style"/>
              </a:defRPr>
            </a:pPr>
            <a:r>
              <a:t>This improves performance.</a:t>
            </a:r>
          </a:p>
          <a:p>
            <a:pPr marL="678941" indent="-678941" algn="just" defTabSz="1810511">
              <a:lnSpc>
                <a:spcPct val="150000"/>
              </a:lnSpc>
              <a:spcBef>
                <a:spcPts val="0"/>
              </a:spcBef>
              <a:buSzPts val="5300"/>
              <a:buFont typeface="Times New Roman"/>
              <a:defRPr sz="5346">
                <a:latin typeface="Bookman Old Style"/>
                <a:ea typeface="Bookman Old Style"/>
                <a:cs typeface="Bookman Old Style"/>
                <a:sym typeface="Bookman Old Style"/>
              </a:defRPr>
            </a:pPr>
            <a:r>
              <a:t>Reduces the need to directly manipulate the real DOM.</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Google Shape;397;p8"/>
          <p:cNvSpPr txBox="1"/>
          <p:nvPr>
            <p:ph type="title"/>
          </p:nvPr>
        </p:nvSpPr>
        <p:spPr>
          <a:xfrm>
            <a:off x="3048000" y="1442406"/>
            <a:ext cx="18288000" cy="1431925"/>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3. DECLARATIVE </a:t>
            </a:r>
            <a:br>
              <a:rPr>
                <a:solidFill>
                  <a:srgbClr val="FF0000"/>
                </a:solidFill>
              </a:rPr>
            </a:br>
          </a:p>
        </p:txBody>
      </p:sp>
      <p:sp>
        <p:nvSpPr>
          <p:cNvPr id="204"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uses a declarative approach to describe how the UI should look at any point in time.</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Specify the desired UI state, and React takes care of updating the actual UI to match that state.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Google Shape;397;p8"/>
          <p:cNvSpPr txBox="1"/>
          <p:nvPr>
            <p:ph type="title"/>
          </p:nvPr>
        </p:nvSpPr>
        <p:spPr>
          <a:xfrm>
            <a:off x="3048000" y="1442406"/>
            <a:ext cx="18288000" cy="1431925"/>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4. JSX</a:t>
            </a:r>
            <a:br>
              <a:rPr>
                <a:solidFill>
                  <a:srgbClr val="FF0000"/>
                </a:solidFill>
              </a:rPr>
            </a:br>
          </a:p>
        </p:txBody>
      </p:sp>
      <p:sp>
        <p:nvSpPr>
          <p:cNvPr id="207"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uses JSX (JavaScript XML) to define the structure of user interfaces.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JSX is a syntax extension for JavaScript that allows to write HTML-like code within JavaScript files.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Google Shape;397;p8"/>
          <p:cNvSpPr txBox="1"/>
          <p:nvPr>
            <p:ph type="title"/>
          </p:nvPr>
        </p:nvSpPr>
        <p:spPr>
          <a:xfrm>
            <a:off x="3048000" y="1442406"/>
            <a:ext cx="18288000" cy="1431925"/>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5. ONE-WAY DATA BINDING</a:t>
            </a:r>
            <a:br>
              <a:rPr>
                <a:solidFill>
                  <a:srgbClr val="FF0000"/>
                </a:solidFill>
              </a:rPr>
            </a:br>
          </a:p>
        </p:txBody>
      </p:sp>
      <p:sp>
        <p:nvSpPr>
          <p:cNvPr id="210"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enforces a one-way data flow, which means data flows down from parent components to child components.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This helps maintain a clear and predictable data flow within application.</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Google Shape;397;p8"/>
          <p:cNvSpPr txBox="1"/>
          <p:nvPr>
            <p:ph type="title"/>
          </p:nvPr>
        </p:nvSpPr>
        <p:spPr>
          <a:xfrm>
            <a:off x="3048000" y="1442406"/>
            <a:ext cx="18288000" cy="1431925"/>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6. ECOSYSTEM</a:t>
            </a:r>
            <a:br>
              <a:rPr>
                <a:solidFill>
                  <a:srgbClr val="FF0000"/>
                </a:solidFill>
              </a:rPr>
            </a:br>
          </a:p>
        </p:txBody>
      </p:sp>
      <p:sp>
        <p:nvSpPr>
          <p:cNvPr id="213"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has a rich ecosystem of libraries and tools that work seamlessly with it.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This includes state management libraries like Redux, routing libraries like React Router, and development tools for debugging and testing.</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Google Shape;397;p8"/>
          <p:cNvSpPr txBox="1"/>
          <p:nvPr>
            <p:ph type="title"/>
          </p:nvPr>
        </p:nvSpPr>
        <p:spPr>
          <a:xfrm>
            <a:off x="3925077" y="814000"/>
            <a:ext cx="16459201" cy="1431925"/>
          </a:xfrm>
          <a:prstGeom prst="rect">
            <a:avLst/>
          </a:prstGeom>
        </p:spPr>
        <p:txBody>
          <a:bodyPr/>
          <a:lstStyle/>
          <a:p>
            <a:pPr defTabSz="731520">
              <a:defRPr b="1" sz="3520">
                <a:latin typeface="Bookman Old Style"/>
                <a:ea typeface="Bookman Old Style"/>
                <a:cs typeface="Bookman Old Style"/>
                <a:sym typeface="Bookman Old Style"/>
              </a:defRPr>
            </a:pPr>
          </a:p>
          <a:p>
            <a:pPr defTabSz="731520">
              <a:defRPr b="1" sz="3520">
                <a:solidFill>
                  <a:srgbClr val="FF0000"/>
                </a:solidFill>
                <a:latin typeface="Bookman Old Style"/>
                <a:ea typeface="Bookman Old Style"/>
                <a:cs typeface="Bookman Old Style"/>
                <a:sym typeface="Bookman Old Style"/>
              </a:defRPr>
            </a:pPr>
            <a:r>
              <a:t>WHY REACT</a:t>
            </a:r>
            <a:br/>
          </a:p>
        </p:txBody>
      </p:sp>
      <p:sp>
        <p:nvSpPr>
          <p:cNvPr id="216" name="Google Shape;398;p8"/>
          <p:cNvSpPr txBox="1"/>
          <p:nvPr>
            <p:ph type="body" sz="half" idx="1"/>
          </p:nvPr>
        </p:nvSpPr>
        <p:spPr>
          <a:xfrm>
            <a:off x="4089989" y="3335073"/>
            <a:ext cx="16459201" cy="7257738"/>
          </a:xfrm>
          <a:prstGeom prst="rect">
            <a:avLst/>
          </a:prstGeom>
        </p:spPr>
        <p:txBody>
          <a:bodyPr/>
          <a:lstStyle>
            <a:lvl1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lvl1pPr>
          </a:lstStyle>
          <a:p>
            <a:pPr/>
            <a:r>
              <a:t>React is a popular choice for building web and mobile applications for several reasons: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Google Shape;397;p8"/>
          <p:cNvSpPr txBox="1"/>
          <p:nvPr>
            <p:ph type="title"/>
          </p:nvPr>
        </p:nvSpPr>
        <p:spPr>
          <a:xfrm>
            <a:off x="3048000" y="1272286"/>
            <a:ext cx="18288000" cy="1431925"/>
          </a:xfrm>
          <a:prstGeom prst="rect">
            <a:avLst/>
          </a:prstGeom>
        </p:spPr>
        <p:txBody>
          <a:bodyPr/>
          <a:lstStyle/>
          <a:p>
            <a:pPr defTabSz="768095">
              <a:defRPr b="1" sz="2772">
                <a:latin typeface="Bookman Old Style"/>
                <a:ea typeface="Bookman Old Style"/>
                <a:cs typeface="Bookman Old Style"/>
                <a:sym typeface="Bookman Old Style"/>
              </a:defRPr>
            </a:pPr>
            <a:br/>
            <a:r>
              <a:rPr>
                <a:solidFill>
                  <a:srgbClr val="FF0000"/>
                </a:solidFill>
              </a:rPr>
              <a:t>1. COMPONENT-BASED ARCHITECTURE </a:t>
            </a:r>
            <a:br>
              <a:rPr>
                <a:solidFill>
                  <a:srgbClr val="FF0000"/>
                </a:solidFill>
              </a:rPr>
            </a:br>
          </a:p>
        </p:txBody>
      </p:sp>
      <p:sp>
        <p:nvSpPr>
          <p:cNvPr id="219"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is based on a component-based architecture.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This makes it easy to create reusable UI components, which can significantly speed up development and maintenance.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2. VIRTUAL DOM </a:t>
            </a:r>
            <a:br>
              <a:rPr>
                <a:solidFill>
                  <a:srgbClr val="FF0000"/>
                </a:solidFill>
              </a:rPr>
            </a:br>
          </a:p>
        </p:txBody>
      </p:sp>
      <p:sp>
        <p:nvSpPr>
          <p:cNvPr id="222"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React's use of a virtual DOM enables efficient updates to the actual DOM.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This results in better performance and a smoother user experience, particularly for complex and dynamic applications.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Google Shape;397;p8"/>
          <p:cNvSpPr txBox="1"/>
          <p:nvPr>
            <p:ph type="title"/>
          </p:nvPr>
        </p:nvSpPr>
        <p:spPr>
          <a:xfrm>
            <a:off x="3048000" y="1655054"/>
            <a:ext cx="18288000" cy="1431925"/>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3. DECLARATIVE SYNTAX  </a:t>
            </a:r>
            <a:br>
              <a:rPr>
                <a:solidFill>
                  <a:srgbClr val="FF0000"/>
                </a:solidFill>
              </a:rPr>
            </a:br>
          </a:p>
        </p:txBody>
      </p:sp>
      <p:sp>
        <p:nvSpPr>
          <p:cNvPr id="225"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uses a declarative syntax, making it easier to understand and predict how the UI will behave.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Developers describe the desired state of the UI, and React takes care of updating it accordingly.</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4. RICH ECOSYSTEM </a:t>
            </a:r>
            <a:br>
              <a:rPr>
                <a:solidFill>
                  <a:srgbClr val="FF0000"/>
                </a:solidFill>
              </a:rPr>
            </a:br>
          </a:p>
        </p:txBody>
      </p:sp>
      <p:sp>
        <p:nvSpPr>
          <p:cNvPr id="228"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has a vast ecosystem of libraries, tools, and extensions that can enhance development.</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 This includes state management solutions like Redux, routing libraries like React Router, and a variety of UI component libraries.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5. COMMUNITY AND SUPPORT </a:t>
            </a:r>
            <a:br>
              <a:rPr>
                <a:solidFill>
                  <a:srgbClr val="FF0000"/>
                </a:solidFill>
              </a:rPr>
            </a:br>
          </a:p>
        </p:txBody>
      </p:sp>
      <p:sp>
        <p:nvSpPr>
          <p:cNvPr id="231"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has a large and active community of developers.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This means that you can find plenty of resources, tutorials, and support when encounter challenges during development.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6. CROSS-PLATFORM </a:t>
            </a:r>
            <a:br>
              <a:rPr>
                <a:solidFill>
                  <a:srgbClr val="FF0000"/>
                </a:solidFill>
              </a:rPr>
            </a:br>
          </a:p>
        </p:txBody>
      </p:sp>
      <p:sp>
        <p:nvSpPr>
          <p:cNvPr id="234"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can be used for web applications as well as mobile applications. </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Native, a framework built on top of React, allows to build native mobile apps for iOS and Android using a single codebase.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7. BACKED BY FACEBOOK</a:t>
            </a:r>
            <a:br>
              <a:rPr>
                <a:solidFill>
                  <a:srgbClr val="FF0000"/>
                </a:solidFill>
              </a:rPr>
            </a:br>
          </a:p>
        </p:txBody>
      </p:sp>
      <p:sp>
        <p:nvSpPr>
          <p:cNvPr id="237"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is maintained by Facebook, which means it benefits from continuous development and improvements.</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As well as real-world testing on large-scale applications.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8. SEO-FRIENDLY </a:t>
            </a:r>
            <a:br>
              <a:rPr>
                <a:solidFill>
                  <a:srgbClr val="FF0000"/>
                </a:solidFill>
              </a:rPr>
            </a:br>
          </a:p>
        </p:txBody>
      </p:sp>
      <p:sp>
        <p:nvSpPr>
          <p:cNvPr id="240" name="Google Shape;398;p8"/>
          <p:cNvSpPr txBox="1"/>
          <p:nvPr>
            <p:ph type="body" idx="1"/>
          </p:nvPr>
        </p:nvSpPr>
        <p:spPr>
          <a:xfrm>
            <a:off x="3962400" y="3250009"/>
            <a:ext cx="16459200" cy="8207983"/>
          </a:xfrm>
          <a:prstGeom prst="rect">
            <a:avLst/>
          </a:prstGeom>
        </p:spPr>
        <p:txBody>
          <a:bodyPr/>
          <a:lstStyle>
            <a:lvl1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lvl1pPr>
          </a:lstStyle>
          <a:p>
            <a:pPr/>
            <a:r>
              <a:t>React applications can be rendered on the server-side, improving search engine optimization (SEO) because search engines can more easily index the content.</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9. OPEN SOURCE </a:t>
            </a:r>
            <a:br>
              <a:rPr>
                <a:solidFill>
                  <a:srgbClr val="FF0000"/>
                </a:solidFill>
              </a:rPr>
            </a:br>
          </a:p>
        </p:txBody>
      </p:sp>
      <p:sp>
        <p:nvSpPr>
          <p:cNvPr id="243" name="Google Shape;398;p8"/>
          <p:cNvSpPr txBox="1"/>
          <p:nvPr>
            <p:ph type="body" idx="1"/>
          </p:nvPr>
        </p:nvSpPr>
        <p:spPr>
          <a:xfrm>
            <a:off x="3962400" y="3250009"/>
            <a:ext cx="16459200" cy="8207983"/>
          </a:xfrm>
          <a:prstGeom prst="rect">
            <a:avLst/>
          </a:prstGeom>
        </p:spPr>
        <p:txBody>
          <a:bodyPr/>
          <a:lstStyle/>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React is open source, which means it's free to use.</a:t>
            </a:r>
          </a:p>
          <a:p>
            <a: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pPr>
            <a:r>
              <a:t>Can inspect, modify, or contribute to its source code.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Google Shape;397;p8"/>
          <p:cNvSpPr txBox="1"/>
          <p:nvPr>
            <p:ph type="title"/>
          </p:nvPr>
        </p:nvSpPr>
        <p:spPr>
          <a:xfrm>
            <a:off x="3048000" y="1697583"/>
            <a:ext cx="18288000" cy="1431926"/>
          </a:xfrm>
          <a:prstGeom prst="rect">
            <a:avLst/>
          </a:prstGeom>
        </p:spPr>
        <p:txBody>
          <a:bodyPr/>
          <a:lstStyle/>
          <a:p>
            <a:pPr defTabSz="731520">
              <a:defRPr b="1" sz="3520">
                <a:latin typeface="Bookman Old Style"/>
                <a:ea typeface="Bookman Old Style"/>
                <a:cs typeface="Bookman Old Style"/>
                <a:sym typeface="Bookman Old Style"/>
              </a:defRPr>
            </a:pPr>
            <a:br/>
            <a:r>
              <a:rPr>
                <a:solidFill>
                  <a:srgbClr val="FF0000"/>
                </a:solidFill>
              </a:rPr>
              <a:t>10. PERFORMANCE </a:t>
            </a:r>
            <a:br>
              <a:rPr>
                <a:solidFill>
                  <a:srgbClr val="FF0000"/>
                </a:solidFill>
              </a:rPr>
            </a:br>
          </a:p>
        </p:txBody>
      </p:sp>
      <p:sp>
        <p:nvSpPr>
          <p:cNvPr id="246" name="Google Shape;398;p8"/>
          <p:cNvSpPr txBox="1"/>
          <p:nvPr>
            <p:ph type="body" idx="1"/>
          </p:nvPr>
        </p:nvSpPr>
        <p:spPr>
          <a:xfrm>
            <a:off x="3962400" y="3250009"/>
            <a:ext cx="16459200" cy="8207983"/>
          </a:xfrm>
          <a:prstGeom prst="rect">
            <a:avLst/>
          </a:prstGeom>
        </p:spPr>
        <p:txBody>
          <a:bodyPr/>
          <a:lstStyle>
            <a:lvl1pPr marL="685800" algn="just">
              <a:lnSpc>
                <a:spcPct val="150000"/>
              </a:lnSpc>
              <a:spcBef>
                <a:spcPts val="0"/>
              </a:spcBef>
              <a:buSzPts val="5400"/>
              <a:buFont typeface="Times New Roman"/>
              <a:defRPr sz="5400">
                <a:latin typeface="Bookman Old Style"/>
                <a:ea typeface="Bookman Old Style"/>
                <a:cs typeface="Bookman Old Style"/>
                <a:sym typeface="Bookman Old Style"/>
              </a:defRPr>
            </a:lvl1pPr>
          </a:lstStyle>
          <a:p>
            <a:pPr/>
            <a:r>
              <a:t>React's design, particularly the use of the virtual DOM, results in high performance and responsiveness, even in applications with complex user interfaces.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Google Shape;380;p5"/>
          <p:cNvSpPr txBox="1"/>
          <p:nvPr>
            <p:ph type="title"/>
          </p:nvPr>
        </p:nvSpPr>
        <p:spPr>
          <a:prstGeom prst="rect">
            <a:avLst/>
          </a:prstGeom>
        </p:spPr>
        <p:txBody>
          <a:bodyPr/>
          <a:lstStyle>
            <a:lvl1pPr>
              <a:lnSpc>
                <a:spcPct val="150000"/>
              </a:lnSpc>
              <a:defRPr>
                <a:solidFill>
                  <a:srgbClr val="FF0000"/>
                </a:solidFill>
                <a:latin typeface="Bookman Old Style"/>
                <a:ea typeface="Bookman Old Style"/>
                <a:cs typeface="Bookman Old Style"/>
                <a:sym typeface="Bookman Old Style"/>
              </a:defRPr>
            </a:lvl1pPr>
          </a:lstStyle>
          <a:p>
            <a:pPr/>
            <a:r>
              <a:t>USING CREATE REACT APP</a:t>
            </a:r>
          </a:p>
        </p:txBody>
      </p:sp>
      <p:sp>
        <p:nvSpPr>
          <p:cNvPr id="249" name="Google Shape;381;p5"/>
          <p:cNvSpPr txBox="1"/>
          <p:nvPr>
            <p:ph type="body" idx="1"/>
          </p:nvPr>
        </p:nvSpPr>
        <p:spPr>
          <a:xfrm>
            <a:off x="3962400" y="2593076"/>
            <a:ext cx="16459200" cy="10181229"/>
          </a:xfrm>
          <a:prstGeom prst="rect">
            <a:avLst/>
          </a:prstGeom>
        </p:spPr>
        <p:txBody>
          <a:bodyPr/>
          <a:lstStyle>
            <a:lvl1pPr marL="670559" indent="-655319" algn="just">
              <a:lnSpc>
                <a:spcPct val="200000"/>
              </a:lnSpc>
              <a:spcBef>
                <a:spcPts val="0"/>
              </a:spcBef>
              <a:buSzPct val="100000"/>
              <a:defRPr sz="5400">
                <a:latin typeface="Bookman Old Style"/>
                <a:ea typeface="Bookman Old Style"/>
                <a:cs typeface="Bookman Old Style"/>
                <a:sym typeface="Bookman Old Style"/>
              </a:defRPr>
            </a:lvl1pPr>
          </a:lstStyle>
          <a:p>
            <a:pPr/>
            <a:r>
              <a:t>Create React App is a tool built by developers at Facebook to help quickly set up a new React project with sensible defaults</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Google Shape;380;p5"/>
          <p:cNvSpPr txBox="1"/>
          <p:nvPr>
            <p:ph type="title"/>
          </p:nvPr>
        </p:nvSpPr>
        <p:spPr>
          <a:xfrm>
            <a:off x="3048000" y="1183422"/>
            <a:ext cx="18071025" cy="2474179"/>
          </a:xfrm>
          <a:prstGeom prst="rect">
            <a:avLst/>
          </a:prstGeom>
        </p:spPr>
        <p:txBody>
          <a:bodyPr/>
          <a:lstStyle/>
          <a:p>
            <a:pPr>
              <a:lnSpc>
                <a:spcPct val="150000"/>
              </a:lnSpc>
              <a:defRPr sz="5400">
                <a:solidFill>
                  <a:srgbClr val="FF0000"/>
                </a:solidFill>
                <a:latin typeface="Bookman Old Style"/>
                <a:ea typeface="Bookman Old Style"/>
                <a:cs typeface="Bookman Old Style"/>
                <a:sym typeface="Bookman Old Style"/>
              </a:defRPr>
            </a:pPr>
            <a:r>
              <a:t>CREATE A "HELLO, WORLD!" PROGRAM</a:t>
            </a:r>
            <a:br/>
            <a:r>
              <a:t> USING CREATE REACT APP</a:t>
            </a:r>
          </a:p>
        </p:txBody>
      </p:sp>
      <p:sp>
        <p:nvSpPr>
          <p:cNvPr id="252" name="Google Shape;381;p5"/>
          <p:cNvSpPr txBox="1"/>
          <p:nvPr>
            <p:ph type="body" idx="1"/>
          </p:nvPr>
        </p:nvSpPr>
        <p:spPr>
          <a:xfrm>
            <a:off x="3326970" y="3657600"/>
            <a:ext cx="17792054" cy="8926564"/>
          </a:xfrm>
          <a:prstGeom prst="rect">
            <a:avLst/>
          </a:prstGeom>
        </p:spPr>
        <p:txBody>
          <a:bodyPr/>
          <a:lstStyle/>
          <a:p>
            <a:pPr marL="670559" indent="-655319">
              <a:lnSpc>
                <a:spcPct val="200000"/>
              </a:lnSpc>
              <a:spcBef>
                <a:spcPts val="0"/>
              </a:spcBef>
              <a:buSzPct val="100000"/>
              <a:defRPr b="1" sz="5000">
                <a:latin typeface="Bookman Old Style"/>
                <a:ea typeface="Bookman Old Style"/>
                <a:cs typeface="Bookman Old Style"/>
                <a:sym typeface="Bookman Old Style"/>
              </a:defRPr>
            </a:pPr>
            <a:r>
              <a:t>STEP 1 : Install Node.js and npm</a:t>
            </a:r>
          </a:p>
          <a:p>
            <a:pPr marL="670559" indent="-655319" algn="just">
              <a:lnSpc>
                <a:spcPct val="200000"/>
              </a:lnSpc>
              <a:spcBef>
                <a:spcPts val="0"/>
              </a:spcBef>
              <a:buSzPct val="100000"/>
              <a:defRPr sz="5400">
                <a:latin typeface="Bookman Old Style"/>
                <a:ea typeface="Bookman Old Style"/>
                <a:cs typeface="Bookman Old Style"/>
                <a:sym typeface="Bookman Old Style"/>
              </a:defRPr>
            </a:pPr>
            <a:r>
              <a:t>Download Node.js and npm from the official Node.js website.</a:t>
            </a:r>
          </a:p>
          <a:p>
            <a:pPr marL="670559" indent="-655319" algn="just">
              <a:lnSpc>
                <a:spcPct val="200000"/>
              </a:lnSpc>
              <a:spcBef>
                <a:spcPts val="0"/>
              </a:spcBef>
              <a:buSzPct val="100000"/>
              <a:defRPr sz="5400">
                <a:latin typeface="Bookman Old Style"/>
                <a:ea typeface="Bookman Old Style"/>
                <a:cs typeface="Bookman Old Style"/>
                <a:sym typeface="Bookman Old Style"/>
              </a:defRPr>
            </a:pPr>
            <a:r>
              <a:t>Install Node.js and npm </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Google Shape;380;p5"/>
          <p:cNvSpPr txBox="1"/>
          <p:nvPr>
            <p:ph type="title"/>
          </p:nvPr>
        </p:nvSpPr>
        <p:spPr>
          <a:xfrm>
            <a:off x="3048000" y="309965"/>
            <a:ext cx="18071025" cy="1549832"/>
          </a:xfrm>
          <a:prstGeom prst="rect">
            <a:avLst/>
          </a:prstGeom>
        </p:spPr>
        <p:txBody>
          <a:bodyPr/>
          <a:lstStyle>
            <a:lvl1pPr>
              <a:lnSpc>
                <a:spcPct val="150000"/>
              </a:lnSpc>
              <a:defRPr sz="7200">
                <a:solidFill>
                  <a:srgbClr val="FF0000"/>
                </a:solidFill>
                <a:latin typeface="Bookman Old Style"/>
                <a:ea typeface="Bookman Old Style"/>
                <a:cs typeface="Bookman Old Style"/>
                <a:sym typeface="Bookman Old Style"/>
              </a:defRPr>
            </a:lvl1pPr>
          </a:lstStyle>
          <a:p>
            <a:pPr/>
            <a:r>
              <a:t>USING CREATE REACT APP</a:t>
            </a:r>
          </a:p>
        </p:txBody>
      </p:sp>
      <p:sp>
        <p:nvSpPr>
          <p:cNvPr id="255" name="Rectangle 1"/>
          <p:cNvSpPr/>
          <p:nvPr/>
        </p:nvSpPr>
        <p:spPr>
          <a:xfrm>
            <a:off x="6623713" y="8134066"/>
            <a:ext cx="11846257" cy="2620371"/>
          </a:xfrm>
          <a:prstGeom prst="rect">
            <a:avLst/>
          </a:prstGeom>
          <a:solidFill>
            <a:srgbClr val="D7E4BD"/>
          </a:solidFill>
          <a:ln w="50800">
            <a:solidFill>
              <a:srgbClr val="3A5E8A"/>
            </a:solidFill>
          </a:ln>
        </p:spPr>
        <p:txBody>
          <a:bodyPr tIns="91439" bIns="91439" anchor="ctr"/>
          <a:lstStyle/>
          <a:p>
            <a:pPr algn="ctr" defTabSz="1828800">
              <a:spcBef>
                <a:spcPts val="0"/>
              </a:spcBef>
              <a:defRPr sz="2800">
                <a:solidFill>
                  <a:srgbClr val="FFFFFF"/>
                </a:solidFill>
                <a:latin typeface="Arial"/>
                <a:ea typeface="Arial"/>
                <a:cs typeface="Arial"/>
                <a:sym typeface="Arial"/>
              </a:defRPr>
            </a:pPr>
          </a:p>
        </p:txBody>
      </p:sp>
      <p:sp>
        <p:nvSpPr>
          <p:cNvPr id="256" name="Google Shape;381;p5"/>
          <p:cNvSpPr txBox="1"/>
          <p:nvPr>
            <p:ph type="body" idx="1"/>
          </p:nvPr>
        </p:nvSpPr>
        <p:spPr>
          <a:xfrm>
            <a:off x="3326970" y="1859797"/>
            <a:ext cx="17792054" cy="10724369"/>
          </a:xfrm>
          <a:prstGeom prst="rect">
            <a:avLst/>
          </a:prstGeom>
        </p:spPr>
        <p:txBody>
          <a:bodyPr/>
          <a:lstStyle/>
          <a:p>
            <a:pPr marL="670559" indent="-655319">
              <a:lnSpc>
                <a:spcPct val="200000"/>
              </a:lnSpc>
              <a:spcBef>
                <a:spcPts val="0"/>
              </a:spcBef>
              <a:buSzPct val="100000"/>
              <a:defRPr b="1" sz="5000">
                <a:latin typeface="Bookman Old Style"/>
                <a:ea typeface="Bookman Old Style"/>
                <a:cs typeface="Bookman Old Style"/>
                <a:sym typeface="Bookman Old Style"/>
              </a:defRPr>
            </a:pPr>
            <a:r>
              <a:t>STEP 2 : Install Create React App</a:t>
            </a:r>
          </a:p>
          <a:p>
            <a:pPr marL="670559" indent="-655319">
              <a:lnSpc>
                <a:spcPct val="150000"/>
              </a:lnSpc>
              <a:spcBef>
                <a:spcPts val="0"/>
              </a:spcBef>
              <a:buSzPct val="100000"/>
              <a:defRPr sz="5400">
                <a:latin typeface="Bookman Old Style"/>
                <a:ea typeface="Bookman Old Style"/>
                <a:cs typeface="Bookman Old Style"/>
                <a:sym typeface="Bookman Old Style"/>
              </a:defRPr>
            </a:pPr>
            <a:r>
              <a:t>Open your terminal or command prompt and run the following command to install Create React App globally</a:t>
            </a:r>
          </a:p>
          <a:p>
            <a:pPr marL="0" indent="15240">
              <a:lnSpc>
                <a:spcPct val="150000"/>
              </a:lnSpc>
              <a:spcBef>
                <a:spcPts val="0"/>
              </a:spcBef>
              <a:buSzTx/>
              <a:buNone/>
              <a:defRPr sz="5400">
                <a:latin typeface="Bookman Old Style"/>
                <a:ea typeface="Bookman Old Style"/>
                <a:cs typeface="Bookman Old Style"/>
                <a:sym typeface="Bookman Old Style"/>
              </a:defRPr>
            </a:pPr>
          </a:p>
          <a:p>
            <a:pPr marL="0" indent="15240">
              <a:lnSpc>
                <a:spcPct val="150000"/>
              </a:lnSpc>
              <a:spcBef>
                <a:spcPts val="0"/>
              </a:spcBef>
              <a:buSzTx/>
              <a:buNone/>
              <a:defRPr sz="5400">
                <a:latin typeface="Bookman Old Style"/>
                <a:ea typeface="Bookman Old Style"/>
                <a:cs typeface="Bookman Old Style"/>
                <a:sym typeface="Bookman Old Style"/>
              </a:defRPr>
            </a:pPr>
            <a:r>
              <a:t>		npm install -g create-react-app</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Google Shape;380;p5"/>
          <p:cNvSpPr txBox="1"/>
          <p:nvPr>
            <p:ph type="title"/>
          </p:nvPr>
        </p:nvSpPr>
        <p:spPr>
          <a:xfrm>
            <a:off x="3048000" y="309965"/>
            <a:ext cx="18071025" cy="1549832"/>
          </a:xfrm>
          <a:prstGeom prst="rect">
            <a:avLst/>
          </a:prstGeom>
        </p:spPr>
        <p:txBody>
          <a:bodyPr/>
          <a:lstStyle>
            <a:lvl1pPr>
              <a:lnSpc>
                <a:spcPct val="150000"/>
              </a:lnSpc>
              <a:defRPr sz="7200">
                <a:solidFill>
                  <a:srgbClr val="FF0000"/>
                </a:solidFill>
                <a:latin typeface="Bookman Old Style"/>
                <a:ea typeface="Bookman Old Style"/>
                <a:cs typeface="Bookman Old Style"/>
                <a:sym typeface="Bookman Old Style"/>
              </a:defRPr>
            </a:lvl1pPr>
          </a:lstStyle>
          <a:p>
            <a:pPr/>
            <a:r>
              <a:t>USING CREATE REACT APP</a:t>
            </a:r>
          </a:p>
        </p:txBody>
      </p:sp>
      <p:sp>
        <p:nvSpPr>
          <p:cNvPr id="259" name="Rectangle 1"/>
          <p:cNvSpPr/>
          <p:nvPr/>
        </p:nvSpPr>
        <p:spPr>
          <a:xfrm>
            <a:off x="6487235" y="9908274"/>
            <a:ext cx="12310282" cy="1774209"/>
          </a:xfrm>
          <a:prstGeom prst="rect">
            <a:avLst/>
          </a:prstGeom>
          <a:solidFill>
            <a:srgbClr val="D7E4BD"/>
          </a:solidFill>
          <a:ln w="50800">
            <a:solidFill>
              <a:srgbClr val="3A5E8A"/>
            </a:solidFill>
          </a:ln>
        </p:spPr>
        <p:txBody>
          <a:bodyPr tIns="91439" bIns="91439" anchor="ctr"/>
          <a:lstStyle/>
          <a:p>
            <a:pPr algn="ctr" defTabSz="1828800">
              <a:spcBef>
                <a:spcPts val="0"/>
              </a:spcBef>
              <a:defRPr sz="2800">
                <a:solidFill>
                  <a:srgbClr val="FFFFFF"/>
                </a:solidFill>
                <a:latin typeface="Arial"/>
                <a:ea typeface="Arial"/>
                <a:cs typeface="Arial"/>
                <a:sym typeface="Arial"/>
              </a:defRPr>
            </a:pPr>
          </a:p>
        </p:txBody>
      </p:sp>
      <p:sp>
        <p:nvSpPr>
          <p:cNvPr id="260" name="Google Shape;381;p5"/>
          <p:cNvSpPr txBox="1"/>
          <p:nvPr>
            <p:ph type="body" idx="1"/>
          </p:nvPr>
        </p:nvSpPr>
        <p:spPr>
          <a:xfrm>
            <a:off x="3326970" y="1859795"/>
            <a:ext cx="17792054" cy="11561735"/>
          </a:xfrm>
          <a:prstGeom prst="rect">
            <a:avLst/>
          </a:prstGeom>
        </p:spPr>
        <p:txBody>
          <a:bodyPr/>
          <a:lstStyle/>
          <a:p>
            <a:pPr marL="670559" indent="-655319">
              <a:lnSpc>
                <a:spcPct val="150000"/>
              </a:lnSpc>
              <a:spcBef>
                <a:spcPts val="0"/>
              </a:spcBef>
              <a:buSzPct val="100000"/>
              <a:defRPr b="1" sz="4800">
                <a:latin typeface="Bookman Old Style"/>
                <a:ea typeface="Bookman Old Style"/>
                <a:cs typeface="Bookman Old Style"/>
                <a:sym typeface="Bookman Old Style"/>
              </a:defRPr>
            </a:pPr>
            <a:r>
              <a:t>STEP 3 : Create a New React App</a:t>
            </a:r>
          </a:p>
          <a:p>
            <a:pPr marL="670559" indent="-655319">
              <a:lnSpc>
                <a:spcPct val="150000"/>
              </a:lnSpc>
              <a:spcBef>
                <a:spcPts val="0"/>
              </a:spcBef>
              <a:buSzPct val="100000"/>
              <a:defRPr sz="4800">
                <a:latin typeface="Bookman Old Style"/>
                <a:ea typeface="Bookman Old Style"/>
                <a:cs typeface="Bookman Old Style"/>
                <a:sym typeface="Bookman Old Style"/>
              </a:defRPr>
            </a:pPr>
            <a:r>
              <a:t>Once you have Create React App installed, you can create a new React app using the following command</a:t>
            </a:r>
          </a:p>
          <a:p>
            <a:pPr marL="670559" indent="-655319">
              <a:lnSpc>
                <a:spcPct val="150000"/>
              </a:lnSpc>
              <a:spcBef>
                <a:spcPts val="0"/>
              </a:spcBef>
              <a:buSzPct val="100000"/>
              <a:defRPr sz="4800">
                <a:latin typeface="Bookman Old Style"/>
                <a:ea typeface="Bookman Old Style"/>
                <a:cs typeface="Bookman Old Style"/>
                <a:sym typeface="Bookman Old Style"/>
              </a:defRPr>
            </a:pPr>
            <a:r>
              <a:t>This command creates a new React app named "hello-world-app" in a directory with the same name. </a:t>
            </a:r>
          </a:p>
          <a:p>
            <a:pPr marL="670559" indent="-655319">
              <a:lnSpc>
                <a:spcPct val="150000"/>
              </a:lnSpc>
              <a:spcBef>
                <a:spcPts val="0"/>
              </a:spcBef>
              <a:buSzPct val="100000"/>
              <a:defRPr sz="4800">
                <a:latin typeface="Bookman Old Style"/>
                <a:ea typeface="Bookman Old Style"/>
                <a:cs typeface="Bookman Old Style"/>
                <a:sym typeface="Bookman Old Style"/>
              </a:defRPr>
            </a:pPr>
            <a:r>
              <a:t>You can replace "hello-world-app" with your desired project name</a:t>
            </a:r>
          </a:p>
          <a:p>
            <a:pPr marL="0" indent="15240">
              <a:spcBef>
                <a:spcPts val="0"/>
              </a:spcBef>
              <a:buSzTx/>
              <a:buNone/>
              <a:defRPr sz="4800">
                <a:latin typeface="Bookman Old Style"/>
                <a:ea typeface="Bookman Old Style"/>
                <a:cs typeface="Bookman Old Style"/>
                <a:sym typeface="Bookman Old Style"/>
              </a:defRPr>
            </a:pPr>
          </a:p>
          <a:p>
            <a:pPr marL="0" indent="15240">
              <a:spcBef>
                <a:spcPts val="0"/>
              </a:spcBef>
              <a:buSzTx/>
              <a:buNone/>
              <a:defRPr sz="4800">
                <a:latin typeface="Bookman Old Style"/>
                <a:ea typeface="Bookman Old Style"/>
                <a:cs typeface="Bookman Old Style"/>
                <a:sym typeface="Bookman Old Style"/>
              </a:defRPr>
            </a:pPr>
            <a:r>
              <a:t>		npx create-react-app hello-world-app</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Google Shape;380;p5"/>
          <p:cNvSpPr txBox="1"/>
          <p:nvPr>
            <p:ph type="title"/>
          </p:nvPr>
        </p:nvSpPr>
        <p:spPr>
          <a:xfrm>
            <a:off x="3048000" y="309965"/>
            <a:ext cx="18071025" cy="1549832"/>
          </a:xfrm>
          <a:prstGeom prst="rect">
            <a:avLst/>
          </a:prstGeom>
        </p:spPr>
        <p:txBody>
          <a:bodyPr/>
          <a:lstStyle>
            <a:lvl1pPr>
              <a:lnSpc>
                <a:spcPct val="150000"/>
              </a:lnSpc>
              <a:defRPr sz="7200">
                <a:solidFill>
                  <a:srgbClr val="FF0000"/>
                </a:solidFill>
                <a:latin typeface="Bookman Old Style"/>
                <a:ea typeface="Bookman Old Style"/>
                <a:cs typeface="Bookman Old Style"/>
                <a:sym typeface="Bookman Old Style"/>
              </a:defRPr>
            </a:lvl1pPr>
          </a:lstStyle>
          <a:p>
            <a:pPr/>
            <a:r>
              <a:t>USING CREATE REACT APP</a:t>
            </a:r>
          </a:p>
        </p:txBody>
      </p:sp>
      <p:sp>
        <p:nvSpPr>
          <p:cNvPr id="263" name="Rectangle 1"/>
          <p:cNvSpPr/>
          <p:nvPr/>
        </p:nvSpPr>
        <p:spPr>
          <a:xfrm>
            <a:off x="8179558" y="7233314"/>
            <a:ext cx="7096836" cy="1910687"/>
          </a:xfrm>
          <a:prstGeom prst="rect">
            <a:avLst/>
          </a:prstGeom>
          <a:solidFill>
            <a:srgbClr val="D7E4BD"/>
          </a:solidFill>
          <a:ln w="50800">
            <a:solidFill>
              <a:srgbClr val="3A5E8A"/>
            </a:solidFill>
          </a:ln>
        </p:spPr>
        <p:txBody>
          <a:bodyPr tIns="91439" bIns="91439" anchor="ctr"/>
          <a:lstStyle/>
          <a:p>
            <a:pPr algn="ctr" defTabSz="1828800">
              <a:spcBef>
                <a:spcPts val="0"/>
              </a:spcBef>
              <a:defRPr sz="2800">
                <a:solidFill>
                  <a:srgbClr val="FFFFFF"/>
                </a:solidFill>
                <a:latin typeface="Arial"/>
                <a:ea typeface="Arial"/>
                <a:cs typeface="Arial"/>
                <a:sym typeface="Arial"/>
              </a:defRPr>
            </a:pPr>
          </a:p>
        </p:txBody>
      </p:sp>
      <p:sp>
        <p:nvSpPr>
          <p:cNvPr id="264" name="Google Shape;381;p5"/>
          <p:cNvSpPr txBox="1"/>
          <p:nvPr>
            <p:ph type="body" idx="1"/>
          </p:nvPr>
        </p:nvSpPr>
        <p:spPr>
          <a:xfrm>
            <a:off x="3326970" y="2510726"/>
            <a:ext cx="17792054" cy="10910804"/>
          </a:xfrm>
          <a:prstGeom prst="rect">
            <a:avLst/>
          </a:prstGeom>
        </p:spPr>
        <p:txBody>
          <a:bodyPr/>
          <a:lstStyle/>
          <a:p>
            <a:pPr marL="670559" indent="-655319">
              <a:lnSpc>
                <a:spcPct val="150000"/>
              </a:lnSpc>
              <a:spcBef>
                <a:spcPts val="0"/>
              </a:spcBef>
              <a:buSzPct val="100000"/>
              <a:defRPr b="1" sz="5400">
                <a:latin typeface="Bookman Old Style"/>
                <a:ea typeface="Bookman Old Style"/>
                <a:cs typeface="Bookman Old Style"/>
                <a:sym typeface="Bookman Old Style"/>
              </a:defRPr>
            </a:pPr>
            <a:r>
              <a:t>STEP 4: Navigate to the Project Directory</a:t>
            </a:r>
          </a:p>
          <a:p>
            <a:pPr marL="670559" indent="-655319">
              <a:lnSpc>
                <a:spcPct val="150000"/>
              </a:lnSpc>
              <a:spcBef>
                <a:spcPts val="0"/>
              </a:spcBef>
              <a:buSzPct val="100000"/>
              <a:defRPr sz="5400">
                <a:latin typeface="Bookman Old Style"/>
                <a:ea typeface="Bookman Old Style"/>
                <a:cs typeface="Bookman Old Style"/>
                <a:sym typeface="Bookman Old Style"/>
              </a:defRPr>
            </a:pPr>
            <a:r>
              <a:t>Navigate to the project directory using the following command</a:t>
            </a:r>
          </a:p>
          <a:p>
            <a:pPr marL="0" indent="15240">
              <a:lnSpc>
                <a:spcPct val="150000"/>
              </a:lnSpc>
              <a:spcBef>
                <a:spcPts val="0"/>
              </a:spcBef>
              <a:buSzTx/>
              <a:buNone/>
              <a:defRPr sz="4800">
                <a:latin typeface="Bookman Old Style"/>
                <a:ea typeface="Bookman Old Style"/>
                <a:cs typeface="Bookman Old Style"/>
                <a:sym typeface="Bookman Old Style"/>
              </a:defRPr>
            </a:pPr>
          </a:p>
          <a:p>
            <a:pPr marL="0" indent="15240">
              <a:lnSpc>
                <a:spcPct val="150000"/>
              </a:lnSpc>
              <a:spcBef>
                <a:spcPts val="0"/>
              </a:spcBef>
              <a:buSzTx/>
              <a:buNone/>
              <a:defRPr sz="4800">
                <a:latin typeface="Bookman Old Style"/>
                <a:ea typeface="Bookman Old Style"/>
                <a:cs typeface="Bookman Old Style"/>
                <a:sym typeface="Bookman Old Style"/>
              </a:defRPr>
            </a:pPr>
            <a:r>
              <a:t>			cd hello-world-app</a:t>
            </a:r>
          </a:p>
          <a:p>
            <a:pPr marL="0" indent="15240">
              <a:lnSpc>
                <a:spcPct val="150000"/>
              </a:lnSpc>
              <a:spcBef>
                <a:spcPts val="0"/>
              </a:spcBef>
              <a:buSzTx/>
              <a:buNone/>
              <a:defRPr sz="4800">
                <a:latin typeface="Bookman Old Style"/>
                <a:ea typeface="Bookman Old Style"/>
                <a:cs typeface="Bookman Old Style"/>
                <a:sym typeface="Bookman Old Style"/>
              </a:defRPr>
            </a:pPr>
          </a:p>
          <a:p>
            <a:pPr marL="0" indent="15240">
              <a:spcBef>
                <a:spcPts val="0"/>
              </a:spcBef>
              <a:buSzTx/>
              <a:buNone/>
              <a:defRPr sz="4800">
                <a:latin typeface="Bookman Old Style"/>
                <a:ea typeface="Bookman Old Style"/>
                <a:cs typeface="Bookman Old Style"/>
                <a:sym typeface="Bookman Old Style"/>
              </a:defRPr>
            </a:pPr>
            <a:r>
              <a:t>		</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Google Shape;380;p5"/>
          <p:cNvSpPr txBox="1"/>
          <p:nvPr>
            <p:ph type="title"/>
          </p:nvPr>
        </p:nvSpPr>
        <p:spPr>
          <a:xfrm>
            <a:off x="3048000" y="309965"/>
            <a:ext cx="18071025" cy="1549832"/>
          </a:xfrm>
          <a:prstGeom prst="rect">
            <a:avLst/>
          </a:prstGeom>
        </p:spPr>
        <p:txBody>
          <a:bodyPr/>
          <a:lstStyle>
            <a:lvl1pPr>
              <a:lnSpc>
                <a:spcPct val="150000"/>
              </a:lnSpc>
              <a:defRPr sz="7200">
                <a:solidFill>
                  <a:srgbClr val="FF0000"/>
                </a:solidFill>
                <a:latin typeface="Bookman Old Style"/>
                <a:ea typeface="Bookman Old Style"/>
                <a:cs typeface="Bookman Old Style"/>
                <a:sym typeface="Bookman Old Style"/>
              </a:defRPr>
            </a:lvl1pPr>
          </a:lstStyle>
          <a:p>
            <a:pPr/>
            <a:r>
              <a:t>USING CREATE REACT APP</a:t>
            </a:r>
          </a:p>
        </p:txBody>
      </p:sp>
      <p:sp>
        <p:nvSpPr>
          <p:cNvPr id="267" name="Google Shape;381;p5"/>
          <p:cNvSpPr txBox="1"/>
          <p:nvPr>
            <p:ph type="body" idx="1"/>
          </p:nvPr>
        </p:nvSpPr>
        <p:spPr>
          <a:xfrm>
            <a:off x="3326970" y="2510726"/>
            <a:ext cx="17792054" cy="10910804"/>
          </a:xfrm>
          <a:prstGeom prst="rect">
            <a:avLst/>
          </a:prstGeom>
        </p:spPr>
        <p:txBody>
          <a:bodyPr/>
          <a:lstStyle/>
          <a:p>
            <a:pPr marL="663854" indent="-648766" defTabSz="1810511">
              <a:lnSpc>
                <a:spcPct val="150000"/>
              </a:lnSpc>
              <a:spcBef>
                <a:spcPts val="0"/>
              </a:spcBef>
              <a:buSzPct val="100000"/>
              <a:defRPr b="1" sz="5346">
                <a:latin typeface="Bookman Old Style"/>
                <a:ea typeface="Bookman Old Style"/>
                <a:cs typeface="Bookman Old Style"/>
                <a:sym typeface="Bookman Old Style"/>
              </a:defRPr>
            </a:pPr>
            <a:r>
              <a:t>STEP 5: Edit the src/App.js File</a:t>
            </a:r>
          </a:p>
          <a:p>
            <a:pPr marL="663854" indent="-648766" defTabSz="1810511">
              <a:lnSpc>
                <a:spcPct val="150000"/>
              </a:lnSpc>
              <a:spcBef>
                <a:spcPts val="0"/>
              </a:spcBef>
              <a:buSzPct val="100000"/>
              <a:defRPr sz="5346">
                <a:latin typeface="Bookman Old Style"/>
                <a:ea typeface="Bookman Old Style"/>
                <a:cs typeface="Bookman Old Style"/>
                <a:sym typeface="Bookman Old Style"/>
              </a:defRPr>
            </a:pPr>
            <a:r>
              <a:t>Open the src/App.js file in your favorite code editor. </a:t>
            </a:r>
          </a:p>
          <a:p>
            <a:pPr marL="663854" indent="-648766" defTabSz="1810511">
              <a:lnSpc>
                <a:spcPct val="150000"/>
              </a:lnSpc>
              <a:spcBef>
                <a:spcPts val="0"/>
              </a:spcBef>
              <a:buSzPct val="100000"/>
              <a:defRPr sz="5346">
                <a:latin typeface="Bookman Old Style"/>
                <a:ea typeface="Bookman Old Style"/>
                <a:cs typeface="Bookman Old Style"/>
                <a:sym typeface="Bookman Old Style"/>
              </a:defRPr>
            </a:pPr>
            <a:r>
              <a:t>You'll see the default content of the React app.</a:t>
            </a:r>
          </a:p>
          <a:p>
            <a:pPr marL="663854" indent="-648766" defTabSz="1810511">
              <a:lnSpc>
                <a:spcPct val="150000"/>
              </a:lnSpc>
              <a:spcBef>
                <a:spcPts val="0"/>
              </a:spcBef>
              <a:buSzPct val="100000"/>
              <a:defRPr sz="5346">
                <a:latin typeface="Bookman Old Style"/>
                <a:ea typeface="Bookman Old Style"/>
                <a:cs typeface="Bookman Old Style"/>
                <a:sym typeface="Bookman Old Style"/>
              </a:defRPr>
            </a:pPr>
            <a:r>
              <a:t>Replace the content of src/App.js with the following code to display "Hello, World!" on the web page</a:t>
            </a:r>
          </a:p>
          <a:p>
            <a:pPr marL="0" indent="15087" defTabSz="1810511">
              <a:lnSpc>
                <a:spcPct val="200000"/>
              </a:lnSpc>
              <a:spcBef>
                <a:spcPts val="0"/>
              </a:spcBef>
              <a:buSzTx/>
              <a:buNone/>
              <a:defRPr sz="5346">
                <a:latin typeface="Bookman Old Style"/>
                <a:ea typeface="Bookman Old Style"/>
                <a:cs typeface="Bookman Old Style"/>
                <a:sym typeface="Bookman Old Style"/>
              </a:defRPr>
            </a:pPr>
            <a:r>
              <a:t>			</a:t>
            </a:r>
          </a:p>
          <a:p>
            <a:pPr marL="0" indent="15087" defTabSz="1810511">
              <a:lnSpc>
                <a:spcPct val="200000"/>
              </a:lnSpc>
              <a:spcBef>
                <a:spcPts val="0"/>
              </a:spcBef>
              <a:buSzTx/>
              <a:buNone/>
              <a:defRPr sz="5346">
                <a:latin typeface="Bookman Old Style"/>
                <a:ea typeface="Bookman Old Style"/>
                <a:cs typeface="Bookman Old Style"/>
                <a:sym typeface="Bookman Old Style"/>
              </a:defRPr>
            </a:pPr>
            <a:r>
              <a:t>		</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Google Shape;380;p5"/>
          <p:cNvSpPr txBox="1"/>
          <p:nvPr>
            <p:ph type="title"/>
          </p:nvPr>
        </p:nvSpPr>
        <p:spPr>
          <a:xfrm>
            <a:off x="3048000" y="309965"/>
            <a:ext cx="18071025" cy="1549832"/>
          </a:xfrm>
          <a:prstGeom prst="rect">
            <a:avLst/>
          </a:prstGeom>
        </p:spPr>
        <p:txBody>
          <a:bodyPr/>
          <a:lstStyle>
            <a:lvl1pPr>
              <a:lnSpc>
                <a:spcPct val="150000"/>
              </a:lnSpc>
              <a:defRPr sz="7200">
                <a:solidFill>
                  <a:srgbClr val="FF0000"/>
                </a:solidFill>
                <a:latin typeface="Bookman Old Style"/>
                <a:ea typeface="Bookman Old Style"/>
                <a:cs typeface="Bookman Old Style"/>
                <a:sym typeface="Bookman Old Style"/>
              </a:defRPr>
            </a:lvl1pPr>
          </a:lstStyle>
          <a:p>
            <a:pPr/>
            <a:r>
              <a:t>USING CREATE REACT APP</a:t>
            </a:r>
          </a:p>
        </p:txBody>
      </p:sp>
      <p:sp>
        <p:nvSpPr>
          <p:cNvPr id="270" name="Google Shape;381;p5"/>
          <p:cNvSpPr txBox="1"/>
          <p:nvPr>
            <p:ph type="body" idx="1"/>
          </p:nvPr>
        </p:nvSpPr>
        <p:spPr>
          <a:xfrm>
            <a:off x="4239055" y="1859795"/>
            <a:ext cx="15688912" cy="10423192"/>
          </a:xfrm>
          <a:prstGeom prst="rect">
            <a:avLst/>
          </a:prstGeom>
          <a:solidFill>
            <a:srgbClr val="D7E4BD"/>
          </a:solidFill>
        </p:spPr>
        <p:txBody>
          <a:bodyPr/>
          <a:lstStyle/>
          <a:p>
            <a:pPr marL="0" indent="13868" defTabSz="1664208">
              <a:lnSpc>
                <a:spcPct val="150000"/>
              </a:lnSpc>
              <a:spcBef>
                <a:spcPts val="0"/>
              </a:spcBef>
              <a:buSzTx/>
              <a:buNone/>
              <a:defRPr b="1" sz="4914">
                <a:latin typeface="Bookman Old Style"/>
                <a:ea typeface="Bookman Old Style"/>
                <a:cs typeface="Bookman Old Style"/>
                <a:sym typeface="Bookman Old Style"/>
              </a:defRPr>
            </a:pPr>
            <a:r>
              <a:t>STEP 5: Edit the src/App.js File</a:t>
            </a:r>
          </a:p>
          <a:p>
            <a:pPr marL="0" indent="13868" defTabSz="1664208">
              <a:spcBef>
                <a:spcPts val="0"/>
              </a:spcBef>
              <a:buSzTx/>
              <a:buNone/>
              <a:defRPr sz="4368">
                <a:latin typeface="Bookman Old Style"/>
                <a:ea typeface="Bookman Old Style"/>
                <a:cs typeface="Bookman Old Style"/>
                <a:sym typeface="Bookman Old Style"/>
              </a:defRPr>
            </a:pPr>
            <a:r>
              <a:t>import React from 'react';</a:t>
            </a:r>
          </a:p>
          <a:p>
            <a:pPr marL="0" indent="13868" defTabSz="1664208">
              <a:spcBef>
                <a:spcPts val="0"/>
              </a:spcBef>
              <a:buSzTx/>
              <a:buNone/>
              <a:defRPr sz="4368">
                <a:latin typeface="Bookman Old Style"/>
                <a:ea typeface="Bookman Old Style"/>
                <a:cs typeface="Bookman Old Style"/>
                <a:sym typeface="Bookman Old Style"/>
              </a:defRPr>
            </a:pPr>
            <a:r>
              <a:t>import './App.css';</a:t>
            </a:r>
          </a:p>
          <a:p>
            <a:pPr marL="0" indent="13868" defTabSz="1664208">
              <a:spcBef>
                <a:spcPts val="0"/>
              </a:spcBef>
              <a:buSzTx/>
              <a:buNone/>
              <a:defRPr sz="4368">
                <a:latin typeface="Bookman Old Style"/>
                <a:ea typeface="Bookman Old Style"/>
                <a:cs typeface="Bookman Old Style"/>
                <a:sym typeface="Bookman Old Style"/>
              </a:defRPr>
            </a:pPr>
          </a:p>
          <a:p>
            <a:pPr marL="0" indent="13868" defTabSz="1664208">
              <a:spcBef>
                <a:spcPts val="0"/>
              </a:spcBef>
              <a:buSzTx/>
              <a:buNone/>
              <a:defRPr sz="4368">
                <a:latin typeface="Bookman Old Style"/>
                <a:ea typeface="Bookman Old Style"/>
                <a:cs typeface="Bookman Old Style"/>
                <a:sym typeface="Bookman Old Style"/>
              </a:defRPr>
            </a:pPr>
            <a:r>
              <a:t>function App() {</a:t>
            </a:r>
          </a:p>
          <a:p>
            <a:pPr marL="0" indent="13868" defTabSz="1664208">
              <a:spcBef>
                <a:spcPts val="0"/>
              </a:spcBef>
              <a:buSzTx/>
              <a:buNone/>
              <a:defRPr sz="4368">
                <a:latin typeface="Bookman Old Style"/>
                <a:ea typeface="Bookman Old Style"/>
                <a:cs typeface="Bookman Old Style"/>
                <a:sym typeface="Bookman Old Style"/>
              </a:defRPr>
            </a:pPr>
            <a:r>
              <a:t>  return (</a:t>
            </a:r>
          </a:p>
          <a:p>
            <a:pPr marL="0" indent="13868" defTabSz="1664208">
              <a:spcBef>
                <a:spcPts val="0"/>
              </a:spcBef>
              <a:buSzTx/>
              <a:buNone/>
              <a:defRPr sz="4368">
                <a:latin typeface="Bookman Old Style"/>
                <a:ea typeface="Bookman Old Style"/>
                <a:cs typeface="Bookman Old Style"/>
                <a:sym typeface="Bookman Old Style"/>
              </a:defRPr>
            </a:pPr>
            <a:r>
              <a:t>    &lt;div className="App"&gt;</a:t>
            </a:r>
          </a:p>
          <a:p>
            <a:pPr marL="0" indent="13868" defTabSz="1664208">
              <a:spcBef>
                <a:spcPts val="0"/>
              </a:spcBef>
              <a:buSzTx/>
              <a:buNone/>
              <a:defRPr sz="4368">
                <a:latin typeface="Bookman Old Style"/>
                <a:ea typeface="Bookman Old Style"/>
                <a:cs typeface="Bookman Old Style"/>
                <a:sym typeface="Bookman Old Style"/>
              </a:defRPr>
            </a:pPr>
            <a:r>
              <a:t>      &lt;h1&gt;Hello, World!&lt;/h1&gt;</a:t>
            </a:r>
          </a:p>
          <a:p>
            <a:pPr marL="0" indent="13868" defTabSz="1664208">
              <a:spcBef>
                <a:spcPts val="0"/>
              </a:spcBef>
              <a:buSzTx/>
              <a:buNone/>
              <a:defRPr sz="4368">
                <a:latin typeface="Bookman Old Style"/>
                <a:ea typeface="Bookman Old Style"/>
                <a:cs typeface="Bookman Old Style"/>
                <a:sym typeface="Bookman Old Style"/>
              </a:defRPr>
            </a:pPr>
            <a:r>
              <a:t>    &lt;/div&gt;</a:t>
            </a:r>
          </a:p>
          <a:p>
            <a:pPr marL="0" indent="13868" defTabSz="1664208">
              <a:spcBef>
                <a:spcPts val="0"/>
              </a:spcBef>
              <a:buSzTx/>
              <a:buNone/>
              <a:defRPr sz="4368">
                <a:latin typeface="Bookman Old Style"/>
                <a:ea typeface="Bookman Old Style"/>
                <a:cs typeface="Bookman Old Style"/>
                <a:sym typeface="Bookman Old Style"/>
              </a:defRPr>
            </a:pPr>
            <a:r>
              <a:t>  );</a:t>
            </a:r>
          </a:p>
          <a:p>
            <a:pPr marL="0" indent="13868" defTabSz="1664208">
              <a:spcBef>
                <a:spcPts val="0"/>
              </a:spcBef>
              <a:buSzTx/>
              <a:buNone/>
              <a:defRPr sz="4368">
                <a:latin typeface="Bookman Old Style"/>
                <a:ea typeface="Bookman Old Style"/>
                <a:cs typeface="Bookman Old Style"/>
                <a:sym typeface="Bookman Old Style"/>
              </a:defRPr>
            </a:pPr>
            <a:r>
              <a:t>}</a:t>
            </a:r>
          </a:p>
          <a:p>
            <a:pPr marL="0" indent="13868" defTabSz="1664208">
              <a:spcBef>
                <a:spcPts val="0"/>
              </a:spcBef>
              <a:buSzTx/>
              <a:buNone/>
              <a:defRPr sz="4368">
                <a:latin typeface="Bookman Old Style"/>
                <a:ea typeface="Bookman Old Style"/>
                <a:cs typeface="Bookman Old Style"/>
                <a:sym typeface="Bookman Old Style"/>
              </a:defRPr>
            </a:pPr>
          </a:p>
          <a:p>
            <a:pPr marL="0" indent="13868" defTabSz="1664208">
              <a:spcBef>
                <a:spcPts val="0"/>
              </a:spcBef>
              <a:buSzTx/>
              <a:buNone/>
              <a:defRPr sz="4368">
                <a:latin typeface="Bookman Old Style"/>
                <a:ea typeface="Bookman Old Style"/>
                <a:cs typeface="Bookman Old Style"/>
                <a:sym typeface="Bookman Old Style"/>
              </a:defRPr>
            </a:pPr>
            <a:r>
              <a:t>export default App;</a:t>
            </a:r>
          </a:p>
          <a:p>
            <a:pPr marL="0" indent="13868" defTabSz="1664208">
              <a:spcBef>
                <a:spcPts val="0"/>
              </a:spcBef>
              <a:buSzTx/>
              <a:buNone/>
              <a:defRPr sz="4368">
                <a:latin typeface="Bookman Old Style"/>
                <a:ea typeface="Bookman Old Style"/>
                <a:cs typeface="Bookman Old Style"/>
                <a:sym typeface="Bookman Old Style"/>
              </a:defRPr>
            </a:pPr>
            <a:r>
              <a:t>			</a:t>
            </a:r>
          </a:p>
          <a:p>
            <a:pPr marL="0" indent="13868" defTabSz="1664208">
              <a:lnSpc>
                <a:spcPct val="200000"/>
              </a:lnSpc>
              <a:spcBef>
                <a:spcPts val="0"/>
              </a:spcBef>
              <a:buSzTx/>
              <a:buNone/>
              <a:defRPr sz="4914">
                <a:latin typeface="Bookman Old Style"/>
                <a:ea typeface="Bookman Old Style"/>
                <a:cs typeface="Bookman Old Style"/>
                <a:sym typeface="Bookman Old Style"/>
              </a:defRPr>
            </a:pPr>
            <a:r>
              <a:t>		</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Google Shape;380;p5"/>
          <p:cNvSpPr txBox="1"/>
          <p:nvPr>
            <p:ph type="title"/>
          </p:nvPr>
        </p:nvSpPr>
        <p:spPr>
          <a:xfrm>
            <a:off x="3048000" y="309965"/>
            <a:ext cx="18071025" cy="1270864"/>
          </a:xfrm>
          <a:prstGeom prst="rect">
            <a:avLst/>
          </a:prstGeom>
        </p:spPr>
        <p:txBody>
          <a:bodyPr/>
          <a:lstStyle>
            <a:lvl1pPr>
              <a:lnSpc>
                <a:spcPct val="150000"/>
              </a:lnSpc>
              <a:defRPr sz="7200">
                <a:solidFill>
                  <a:srgbClr val="FF0000"/>
                </a:solidFill>
                <a:latin typeface="Bookman Old Style"/>
                <a:ea typeface="Bookman Old Style"/>
                <a:cs typeface="Bookman Old Style"/>
                <a:sym typeface="Bookman Old Style"/>
              </a:defRPr>
            </a:lvl1pPr>
          </a:lstStyle>
          <a:p>
            <a:pPr/>
            <a:r>
              <a:t>USING CREATE REACT APP</a:t>
            </a:r>
          </a:p>
        </p:txBody>
      </p:sp>
      <p:sp>
        <p:nvSpPr>
          <p:cNvPr id="273" name="Rectangle 2"/>
          <p:cNvSpPr/>
          <p:nvPr/>
        </p:nvSpPr>
        <p:spPr>
          <a:xfrm>
            <a:off x="10254018" y="10809026"/>
            <a:ext cx="5076967" cy="1746913"/>
          </a:xfrm>
          <a:prstGeom prst="rect">
            <a:avLst/>
          </a:prstGeom>
          <a:solidFill>
            <a:srgbClr val="D7E4BD"/>
          </a:solidFill>
          <a:ln w="50800">
            <a:solidFill>
              <a:srgbClr val="3A5E8A"/>
            </a:solidFill>
          </a:ln>
        </p:spPr>
        <p:txBody>
          <a:bodyPr tIns="91439" bIns="91439" anchor="ctr"/>
          <a:lstStyle/>
          <a:p>
            <a:pPr algn="ctr" defTabSz="1828800">
              <a:spcBef>
                <a:spcPts val="0"/>
              </a:spcBef>
              <a:defRPr sz="2800">
                <a:solidFill>
                  <a:srgbClr val="FFFFFF"/>
                </a:solidFill>
                <a:latin typeface="Arial"/>
                <a:ea typeface="Arial"/>
                <a:cs typeface="Arial"/>
                <a:sym typeface="Arial"/>
              </a:defRPr>
            </a:pPr>
          </a:p>
        </p:txBody>
      </p:sp>
      <p:sp>
        <p:nvSpPr>
          <p:cNvPr id="274" name="Google Shape;381;p5"/>
          <p:cNvSpPr txBox="1"/>
          <p:nvPr>
            <p:ph type="body" idx="1"/>
          </p:nvPr>
        </p:nvSpPr>
        <p:spPr>
          <a:xfrm>
            <a:off x="3326970" y="1580828"/>
            <a:ext cx="17792054" cy="11840703"/>
          </a:xfrm>
          <a:prstGeom prst="rect">
            <a:avLst/>
          </a:prstGeom>
        </p:spPr>
        <p:txBody>
          <a:bodyPr/>
          <a:lstStyle/>
          <a:p>
            <a:pPr marL="670559" indent="-655319">
              <a:lnSpc>
                <a:spcPct val="150000"/>
              </a:lnSpc>
              <a:spcBef>
                <a:spcPts val="0"/>
              </a:spcBef>
              <a:buSzPct val="100000"/>
              <a:defRPr b="1" sz="5000">
                <a:latin typeface="Bookman Old Style"/>
                <a:ea typeface="Bookman Old Style"/>
                <a:cs typeface="Bookman Old Style"/>
                <a:sym typeface="Bookman Old Style"/>
              </a:defRPr>
            </a:pPr>
            <a:r>
              <a:t>STEP 6: Start the Development Server</a:t>
            </a:r>
          </a:p>
          <a:p>
            <a:pPr marL="670559" indent="-655319">
              <a:lnSpc>
                <a:spcPct val="150000"/>
              </a:lnSpc>
              <a:spcBef>
                <a:spcPts val="0"/>
              </a:spcBef>
              <a:buSzPct val="100000"/>
              <a:defRPr sz="5000">
                <a:latin typeface="Bookman Old Style"/>
                <a:ea typeface="Bookman Old Style"/>
                <a:cs typeface="Bookman Old Style"/>
                <a:sym typeface="Bookman Old Style"/>
              </a:defRPr>
            </a:pPr>
            <a:r>
              <a:t>Now, you can start the development server by running the following command in the project directory</a:t>
            </a:r>
          </a:p>
          <a:p>
            <a:pPr marL="670559" indent="-655319">
              <a:lnSpc>
                <a:spcPct val="150000"/>
              </a:lnSpc>
              <a:spcBef>
                <a:spcPts val="0"/>
              </a:spcBef>
              <a:buSzPct val="100000"/>
              <a:defRPr sz="5000">
                <a:latin typeface="Bookman Old Style"/>
                <a:ea typeface="Bookman Old Style"/>
                <a:cs typeface="Bookman Old Style"/>
                <a:sym typeface="Bookman Old Style"/>
              </a:defRPr>
            </a:pPr>
            <a:r>
              <a:t>This will start the development server and open your new React app in your default web browser.</a:t>
            </a:r>
          </a:p>
          <a:p>
            <a:pPr marL="670559" indent="-655319">
              <a:lnSpc>
                <a:spcPct val="150000"/>
              </a:lnSpc>
              <a:spcBef>
                <a:spcPts val="0"/>
              </a:spcBef>
              <a:buSzPct val="100000"/>
              <a:defRPr sz="5000">
                <a:latin typeface="Bookman Old Style"/>
                <a:ea typeface="Bookman Old Style"/>
                <a:cs typeface="Bookman Old Style"/>
                <a:sym typeface="Bookman Old Style"/>
              </a:defRPr>
            </a:pPr>
            <a:r>
              <a:t>You should see "Hello, World!" displayed on the web page	</a:t>
            </a:r>
          </a:p>
          <a:p>
            <a:pPr marL="0" indent="15240">
              <a:lnSpc>
                <a:spcPct val="150000"/>
              </a:lnSpc>
              <a:spcBef>
                <a:spcPts val="0"/>
              </a:spcBef>
              <a:buSzTx/>
              <a:buNone/>
              <a:defRPr sz="5400">
                <a:latin typeface="Bookman Old Style"/>
                <a:ea typeface="Bookman Old Style"/>
                <a:cs typeface="Bookman Old Style"/>
                <a:sym typeface="Bookman Old Style"/>
              </a:defRPr>
            </a:pPr>
            <a:r>
              <a:t>				npm start</a:t>
            </a:r>
          </a:p>
          <a:p>
            <a:pPr marL="0" indent="15240">
              <a:lnSpc>
                <a:spcPct val="150000"/>
              </a:lnSpc>
              <a:spcBef>
                <a:spcPts val="0"/>
              </a:spcBef>
              <a:buSzTx/>
              <a:buNone/>
              <a:defRPr sz="5400">
                <a:latin typeface="Bookman Old Style"/>
                <a:ea typeface="Bookman Old Style"/>
                <a:cs typeface="Bookman Old Style"/>
                <a:sym typeface="Bookman Old Style"/>
              </a:defRPr>
            </a:pPr>
            <a:r>
              <a:t>	</a:t>
            </a:r>
          </a:p>
          <a:p>
            <a:pPr marL="0" indent="15240">
              <a:lnSpc>
                <a:spcPct val="200000"/>
              </a:lnSpc>
              <a:spcBef>
                <a:spcPts val="0"/>
              </a:spcBef>
              <a:buSzTx/>
              <a:buNone/>
              <a:defRPr sz="5400">
                <a:latin typeface="Bookman Old Style"/>
                <a:ea typeface="Bookman Old Style"/>
                <a:cs typeface="Bookman Old Style"/>
                <a:sym typeface="Bookman Old Style"/>
              </a:defRPr>
            </a:pPr>
            <a:r>
              <a:t>		</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76" name="Google Shape;374;p4"/>
          <p:cNvSpPr txBox="1"/>
          <p:nvPr>
            <p:ph type="title"/>
          </p:nvPr>
        </p:nvSpPr>
        <p:spPr>
          <a:xfrm>
            <a:off x="3582572" y="4260850"/>
            <a:ext cx="16726294" cy="2940050"/>
          </a:xfrm>
          <a:prstGeom prst="rect">
            <a:avLst/>
          </a:prstGeom>
        </p:spPr>
        <p:txBody>
          <a:bodyPr/>
          <a:lstStyle>
            <a:lvl1pPr>
              <a:defRPr b="1">
                <a:solidFill>
                  <a:srgbClr val="FF0000"/>
                </a:solidFill>
                <a:latin typeface="Bookman Old Style"/>
                <a:ea typeface="Bookman Old Style"/>
                <a:cs typeface="Bookman Old Style"/>
                <a:sym typeface="Bookman Old Style"/>
              </a:defRPr>
            </a:lvl1pPr>
          </a:lstStyle>
          <a:p>
            <a:pPr/>
            <a:r>
              <a:t>ANATOMY OF REACT PROJECT</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Google Shape;380;p5"/>
          <p:cNvSpPr txBox="1"/>
          <p:nvPr>
            <p:ph type="title"/>
          </p:nvPr>
        </p:nvSpPr>
        <p:spPr>
          <a:xfrm>
            <a:off x="3572481" y="1444044"/>
            <a:ext cx="16951571" cy="1431925"/>
          </a:xfrm>
          <a:prstGeom prst="rect">
            <a:avLst/>
          </a:prstGeom>
        </p:spPr>
        <p:txBody>
          <a:bodyPr/>
          <a:lstStyle>
            <a:lvl1pPr>
              <a:defRPr sz="8000">
                <a:solidFill>
                  <a:srgbClr val="FF0000"/>
                </a:solidFill>
                <a:latin typeface="Bookman Old Style"/>
                <a:ea typeface="Bookman Old Style"/>
                <a:cs typeface="Bookman Old Style"/>
                <a:sym typeface="Bookman Old Style"/>
              </a:defRPr>
            </a:lvl1pPr>
          </a:lstStyle>
          <a:p>
            <a:pPr/>
            <a:r>
              <a:t>ANATOMY OF REACT PROJECT</a:t>
            </a:r>
          </a:p>
        </p:txBody>
      </p:sp>
      <p:sp>
        <p:nvSpPr>
          <p:cNvPr id="279" name="Google Shape;381;p5"/>
          <p:cNvSpPr txBox="1"/>
          <p:nvPr>
            <p:ph type="body" sz="half" idx="1"/>
          </p:nvPr>
        </p:nvSpPr>
        <p:spPr>
          <a:xfrm>
            <a:off x="3818666" y="3096990"/>
            <a:ext cx="16459201" cy="7930403"/>
          </a:xfrm>
          <a:prstGeom prst="rect">
            <a:avLst/>
          </a:prstGeom>
        </p:spPr>
        <p:txBody>
          <a:bodyPr/>
          <a:lstStyle/>
          <a:p>
            <a:pPr marL="685800" algn="just">
              <a:lnSpc>
                <a:spcPct val="200000"/>
              </a:lnSpc>
              <a:buSzPts val="5600"/>
              <a:buFont typeface="Symbol"/>
              <a:buChar char="·"/>
              <a:defRPr sz="5600">
                <a:latin typeface="Bookman Old Style"/>
                <a:ea typeface="Bookman Old Style"/>
                <a:cs typeface="Bookman Old Style"/>
                <a:sym typeface="Bookman Old Style"/>
              </a:defRPr>
            </a:pPr>
            <a:r>
              <a:t>A React project has a well-defined structure that typically includes several key components and files. </a:t>
            </a:r>
          </a:p>
          <a:p>
            <a:pPr marL="0" indent="114300" algn="just">
              <a:lnSpc>
                <a:spcPct val="200000"/>
              </a:lnSpc>
              <a:spcBef>
                <a:spcPts val="1600"/>
              </a:spcBef>
              <a:buSzTx/>
              <a:buNone/>
              <a:defRPr sz="5600">
                <a:latin typeface="Bookman Old Style"/>
                <a:ea typeface="Bookman Old Style"/>
                <a:cs typeface="Bookman Old Style"/>
                <a:sym typeface="Bookman Old Style"/>
              </a:defRPr>
            </a:pPr>
            <a:r>
              <a:t> </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Google Shape;380;p5"/>
          <p:cNvSpPr txBox="1"/>
          <p:nvPr>
            <p:ph type="title"/>
          </p:nvPr>
        </p:nvSpPr>
        <p:spPr>
          <a:xfrm>
            <a:off x="3048000" y="568136"/>
            <a:ext cx="16459200" cy="1431925"/>
          </a:xfrm>
          <a:prstGeom prst="rect">
            <a:avLst/>
          </a:prstGeom>
        </p:spPr>
        <p:txBody>
          <a:bodyPr/>
          <a:lstStyle>
            <a:lvl1pPr>
              <a:defRPr b="1" sz="7800">
                <a:solidFill>
                  <a:srgbClr val="FF0000"/>
                </a:solidFill>
                <a:latin typeface="Bookman Old Style"/>
                <a:ea typeface="Bookman Old Style"/>
                <a:cs typeface="Bookman Old Style"/>
                <a:sym typeface="Bookman Old Style"/>
              </a:defRPr>
            </a:lvl1pPr>
          </a:lstStyle>
          <a:p>
            <a:pPr/>
            <a:r>
              <a:t>PROJECT ROOT</a:t>
            </a:r>
          </a:p>
        </p:txBody>
      </p:sp>
      <p:sp>
        <p:nvSpPr>
          <p:cNvPr id="282" name="Google Shape;381;p5"/>
          <p:cNvSpPr txBox="1"/>
          <p:nvPr>
            <p:ph type="body" idx="1"/>
          </p:nvPr>
        </p:nvSpPr>
        <p:spPr>
          <a:xfrm>
            <a:off x="3911910" y="2054651"/>
            <a:ext cx="16459201" cy="11019906"/>
          </a:xfrm>
          <a:prstGeom prst="rect">
            <a:avLst/>
          </a:prstGeom>
        </p:spPr>
        <p:txBody>
          <a:bodyPr/>
          <a:lstStyle/>
          <a:p>
            <a:pPr algn="just">
              <a:lnSpc>
                <a:spcPct val="200000"/>
              </a:lnSpc>
              <a:spcBef>
                <a:spcPts val="1600"/>
              </a:spcBef>
              <a:buSzPts val="5600"/>
              <a:defRPr b="1" sz="5600">
                <a:latin typeface="Bookman Old Style"/>
                <a:ea typeface="Bookman Old Style"/>
                <a:cs typeface="Bookman Old Style"/>
                <a:sym typeface="Bookman Old Style"/>
              </a:defRPr>
            </a:pPr>
            <a:r>
              <a:t>package.json</a:t>
            </a:r>
            <a:r>
              <a:rPr b="0"/>
              <a:t>: This file contains project metadata, including dependencies, scripts, and configurations.</a:t>
            </a:r>
          </a:p>
          <a:p>
            <a:pPr algn="just">
              <a:lnSpc>
                <a:spcPct val="200000"/>
              </a:lnSpc>
              <a:spcBef>
                <a:spcPts val="1600"/>
              </a:spcBef>
              <a:buSzPts val="5600"/>
              <a:defRPr b="1" sz="5600">
                <a:latin typeface="Bookman Old Style"/>
                <a:ea typeface="Bookman Old Style"/>
                <a:cs typeface="Bookman Old Style"/>
                <a:sym typeface="Bookman Old Style"/>
              </a:defRPr>
            </a:pPr>
            <a:r>
              <a:t>node_modules</a:t>
            </a:r>
            <a:r>
              <a:rPr b="0"/>
              <a:t>: This folder stores all the project's dependencies installed via npm or yarn.</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Title 1"/>
          <p:cNvSpPr txBox="1"/>
          <p:nvPr>
            <p:ph type="title"/>
          </p:nvPr>
        </p:nvSpPr>
        <p:spPr>
          <a:xfrm>
            <a:off x="3681048" y="1168253"/>
            <a:ext cx="16459201" cy="1288346"/>
          </a:xfrm>
          <a:prstGeom prst="rect">
            <a:avLst/>
          </a:prstGeom>
        </p:spPr>
        <p:txBody>
          <a:bodyPr/>
          <a:lstStyle/>
          <a:p>
            <a:pPr defTabSz="731520">
              <a:defRPr b="1" sz="3200">
                <a:solidFill>
                  <a:srgbClr val="FF0000"/>
                </a:solidFill>
                <a:latin typeface="Bookman Old Style"/>
                <a:ea typeface="Bookman Old Style"/>
                <a:cs typeface="Bookman Old Style"/>
                <a:sym typeface="Bookman Old Style"/>
              </a:defRPr>
            </a:pPr>
            <a:br/>
            <a:r>
              <a:t>SOURCE DIRECTORY (SRC)</a:t>
            </a:r>
            <a:br/>
          </a:p>
        </p:txBody>
      </p:sp>
      <p:sp>
        <p:nvSpPr>
          <p:cNvPr id="285" name="Text Placeholder 2"/>
          <p:cNvSpPr txBox="1"/>
          <p:nvPr>
            <p:ph type="body" idx="1"/>
          </p:nvPr>
        </p:nvSpPr>
        <p:spPr>
          <a:xfrm>
            <a:off x="3962397" y="2845558"/>
            <a:ext cx="16745804" cy="9051927"/>
          </a:xfrm>
          <a:prstGeom prst="rect">
            <a:avLst/>
          </a:prstGeom>
        </p:spPr>
        <p:txBody>
          <a:bodyPr/>
          <a:lstStyle/>
          <a:p>
            <a:pPr algn="just">
              <a:lnSpc>
                <a:spcPct val="220000"/>
              </a:lnSpc>
              <a:spcBef>
                <a:spcPts val="1600"/>
              </a:spcBef>
              <a:buSzPts val="4800"/>
              <a:defRPr b="1" sz="4800">
                <a:latin typeface="Bookman Old Style"/>
                <a:ea typeface="Bookman Old Style"/>
                <a:cs typeface="Bookman Old Style"/>
                <a:sym typeface="Bookman Old Style"/>
              </a:defRPr>
            </a:pPr>
            <a:r>
              <a:t>index.js:</a:t>
            </a:r>
            <a:r>
              <a:rPr b="0"/>
              <a:t> The entry point of your application, where the React app is initialized and the root component is rendered into the HTML document.</a:t>
            </a:r>
          </a:p>
          <a:p>
            <a:pPr algn="just">
              <a:lnSpc>
                <a:spcPct val="220000"/>
              </a:lnSpc>
              <a:spcBef>
                <a:spcPts val="1600"/>
              </a:spcBef>
              <a:buSzPts val="4800"/>
              <a:defRPr b="1" sz="4800">
                <a:latin typeface="Bookman Old Style"/>
                <a:ea typeface="Bookman Old Style"/>
                <a:cs typeface="Bookman Old Style"/>
                <a:sym typeface="Bookman Old Style"/>
              </a:defRPr>
            </a:pPr>
            <a:r>
              <a:t>App.js:</a:t>
            </a:r>
            <a:r>
              <a:rPr b="0"/>
              <a:t> The main application component where the overall structure of the app is defined.</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Text Placeholder 2"/>
          <p:cNvSpPr txBox="1"/>
          <p:nvPr>
            <p:ph type="body" idx="1"/>
          </p:nvPr>
        </p:nvSpPr>
        <p:spPr>
          <a:xfrm>
            <a:off x="3962400" y="3200400"/>
            <a:ext cx="16459200" cy="9051926"/>
          </a:xfrm>
          <a:prstGeom prst="rect">
            <a:avLst/>
          </a:prstGeom>
        </p:spPr>
        <p:txBody>
          <a:bodyPr/>
          <a:lstStyle/>
          <a:p>
            <a:pPr algn="just">
              <a:lnSpc>
                <a:spcPct val="220000"/>
              </a:lnSpc>
              <a:spcBef>
                <a:spcPts val="1600"/>
              </a:spcBef>
              <a:buSzPts val="4800"/>
              <a:defRPr b="1" sz="4800">
                <a:latin typeface="Bookman Old Style"/>
                <a:ea typeface="Bookman Old Style"/>
                <a:cs typeface="Bookman Old Style"/>
                <a:sym typeface="Bookman Old Style"/>
              </a:defRPr>
            </a:pPr>
            <a:r>
              <a:t>Components Folder:</a:t>
            </a:r>
            <a:r>
              <a:rPr b="0"/>
              <a:t> This directory contains various React components, each in its own file. Components are reusable building blocks of the application.</a:t>
            </a:r>
          </a:p>
        </p:txBody>
      </p:sp>
      <p:sp>
        <p:nvSpPr>
          <p:cNvPr id="288" name="Title 1"/>
          <p:cNvSpPr txBox="1"/>
          <p:nvPr>
            <p:ph type="title"/>
          </p:nvPr>
        </p:nvSpPr>
        <p:spPr>
          <a:xfrm>
            <a:off x="3962400" y="1386617"/>
            <a:ext cx="16459200" cy="1288346"/>
          </a:xfrm>
          <a:prstGeom prst="rect">
            <a:avLst/>
          </a:prstGeom>
        </p:spPr>
        <p:txBody>
          <a:bodyPr/>
          <a:lstStyle/>
          <a:p>
            <a:pPr defTabSz="731520">
              <a:defRPr b="1" sz="3200">
                <a:solidFill>
                  <a:srgbClr val="FF0000"/>
                </a:solidFill>
                <a:latin typeface="Bookman Old Style"/>
                <a:ea typeface="Bookman Old Style"/>
                <a:cs typeface="Bookman Old Style"/>
                <a:sym typeface="Bookman Old Style"/>
              </a:defRPr>
            </a:pPr>
            <a:br/>
            <a:r>
              <a:t>SOURCE DIRECTORY (SRC)</a:t>
            </a:r>
            <a:b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Text Placeholder 2"/>
          <p:cNvSpPr txBox="1"/>
          <p:nvPr>
            <p:ph type="body" idx="1"/>
          </p:nvPr>
        </p:nvSpPr>
        <p:spPr>
          <a:xfrm>
            <a:off x="3987451" y="1593717"/>
            <a:ext cx="16459201" cy="12791024"/>
          </a:xfrm>
          <a:prstGeom prst="rect">
            <a:avLst/>
          </a:prstGeom>
        </p:spPr>
        <p:txBody>
          <a:bodyPr/>
          <a:lstStyle/>
          <a:p>
            <a:pPr marL="800100" indent="-685800" algn="just">
              <a:lnSpc>
                <a:spcPct val="150000"/>
              </a:lnSpc>
              <a:spcBef>
                <a:spcPts val="1600"/>
              </a:spcBef>
              <a:buSzPts val="5000"/>
              <a:defRPr b="1" sz="5000">
                <a:latin typeface="Bookman Old Style"/>
                <a:ea typeface="Bookman Old Style"/>
                <a:cs typeface="Bookman Old Style"/>
                <a:sym typeface="Bookman Old Style"/>
              </a:defRPr>
            </a:pPr>
            <a:r>
              <a:t>Styles:</a:t>
            </a:r>
            <a:r>
              <a:rPr b="0"/>
              <a:t> This directory may include CSS, SASS, or other styling files to style the components.</a:t>
            </a:r>
          </a:p>
          <a:p>
            <a:pPr marL="800100" indent="-685800" algn="just">
              <a:lnSpc>
                <a:spcPct val="150000"/>
              </a:lnSpc>
              <a:spcBef>
                <a:spcPts val="1600"/>
              </a:spcBef>
              <a:buSzPts val="5000"/>
              <a:defRPr b="1" sz="5000">
                <a:latin typeface="Bookman Old Style"/>
                <a:ea typeface="Bookman Old Style"/>
                <a:cs typeface="Bookman Old Style"/>
                <a:sym typeface="Bookman Old Style"/>
              </a:defRPr>
            </a:pPr>
            <a:r>
              <a:t>Images and Assets</a:t>
            </a:r>
            <a:r>
              <a:rPr b="0"/>
              <a:t>: Any images, fonts, or other assets used in the project are typically stored in this directory.</a:t>
            </a:r>
          </a:p>
          <a:p>
            <a:pPr marL="800100" indent="-685800" algn="just">
              <a:lnSpc>
                <a:spcPct val="150000"/>
              </a:lnSpc>
              <a:spcBef>
                <a:spcPts val="1600"/>
              </a:spcBef>
              <a:buSzPts val="5000"/>
              <a:defRPr b="1" sz="5000">
                <a:latin typeface="Bookman Old Style"/>
                <a:ea typeface="Bookman Old Style"/>
                <a:cs typeface="Bookman Old Style"/>
                <a:sym typeface="Bookman Old Style"/>
              </a:defRPr>
            </a:pPr>
            <a:r>
              <a:t>index.html:</a:t>
            </a:r>
            <a:r>
              <a:rPr b="0"/>
              <a:t> The HTML file where your React app is injected. It may contain a &lt;div&gt; element with an id (often 'root') where the React app is mounted.</a:t>
            </a:r>
          </a:p>
        </p:txBody>
      </p:sp>
      <p:sp>
        <p:nvSpPr>
          <p:cNvPr id="291" name="Title 1"/>
          <p:cNvSpPr txBox="1"/>
          <p:nvPr>
            <p:ph type="title"/>
          </p:nvPr>
        </p:nvSpPr>
        <p:spPr>
          <a:xfrm>
            <a:off x="3987451" y="226385"/>
            <a:ext cx="16459201" cy="1288346"/>
          </a:xfrm>
          <a:prstGeom prst="rect">
            <a:avLst/>
          </a:prstGeom>
        </p:spPr>
        <p:txBody>
          <a:bodyPr/>
          <a:lstStyle/>
          <a:p>
            <a:pPr defTabSz="731520">
              <a:defRPr b="1" sz="3200">
                <a:solidFill>
                  <a:srgbClr val="FF0000"/>
                </a:solidFill>
                <a:latin typeface="Bookman Old Style"/>
                <a:ea typeface="Bookman Old Style"/>
                <a:cs typeface="Bookman Old Style"/>
                <a:sym typeface="Bookman Old Style"/>
              </a:defRPr>
            </a:pPr>
            <a:br/>
            <a:r>
              <a:t>SOURCE DIRECTORY (SRC)</a:t>
            </a:r>
            <a:b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Text Placeholder 2"/>
          <p:cNvSpPr txBox="1"/>
          <p:nvPr>
            <p:ph type="body" idx="1"/>
          </p:nvPr>
        </p:nvSpPr>
        <p:spPr>
          <a:xfrm>
            <a:off x="3962400" y="3200400"/>
            <a:ext cx="16459200" cy="9051926"/>
          </a:xfrm>
          <a:prstGeom prst="rect">
            <a:avLst/>
          </a:prstGeom>
        </p:spPr>
        <p:txBody>
          <a:bodyPr/>
          <a:lstStyle/>
          <a:p>
            <a:pPr algn="just">
              <a:lnSpc>
                <a:spcPct val="160000"/>
              </a:lnSpc>
              <a:spcBef>
                <a:spcPts val="1600"/>
              </a:spcBef>
              <a:buSzPts val="4600"/>
              <a:defRPr b="1" sz="4600">
                <a:latin typeface="Bookman Old Style"/>
                <a:ea typeface="Bookman Old Style"/>
                <a:cs typeface="Bookman Old Style"/>
                <a:sym typeface="Bookman Old Style"/>
              </a:defRPr>
            </a:pPr>
            <a:r>
              <a:t>App.css:</a:t>
            </a:r>
            <a:r>
              <a:rPr b="0"/>
              <a:t> The main CSS file for styling the App component or global styles.</a:t>
            </a:r>
            <a:endParaRPr sz="5600"/>
          </a:p>
          <a:p>
            <a:pPr algn="just">
              <a:lnSpc>
                <a:spcPct val="160000"/>
              </a:lnSpc>
              <a:spcBef>
                <a:spcPts val="1600"/>
              </a:spcBef>
              <a:buSzPts val="4600"/>
              <a:defRPr b="1" sz="4600">
                <a:latin typeface="Bookman Old Style"/>
                <a:ea typeface="Bookman Old Style"/>
                <a:cs typeface="Bookman Old Style"/>
                <a:sym typeface="Bookman Old Style"/>
              </a:defRPr>
            </a:pPr>
            <a:r>
              <a:t>Other Configuration Files:</a:t>
            </a:r>
            <a:r>
              <a:rPr b="0"/>
              <a:t> Files like .env for environment variables, .gitignore for specifying files to ignore in version control, and any other configuration files.</a:t>
            </a:r>
          </a:p>
        </p:txBody>
      </p:sp>
      <p:sp>
        <p:nvSpPr>
          <p:cNvPr id="294" name="Title 1"/>
          <p:cNvSpPr txBox="1"/>
          <p:nvPr>
            <p:ph type="title"/>
          </p:nvPr>
        </p:nvSpPr>
        <p:spPr>
          <a:xfrm>
            <a:off x="3681048" y="1168253"/>
            <a:ext cx="16459201" cy="1288346"/>
          </a:xfrm>
          <a:prstGeom prst="rect">
            <a:avLst/>
          </a:prstGeom>
        </p:spPr>
        <p:txBody>
          <a:bodyPr/>
          <a:lstStyle/>
          <a:p>
            <a:pPr defTabSz="731520">
              <a:defRPr b="1" sz="3200">
                <a:solidFill>
                  <a:srgbClr val="FF0000"/>
                </a:solidFill>
                <a:latin typeface="Bookman Old Style"/>
                <a:ea typeface="Bookman Old Style"/>
                <a:cs typeface="Bookman Old Style"/>
                <a:sym typeface="Bookman Old Style"/>
              </a:defRPr>
            </a:pPr>
            <a:br/>
            <a:r>
              <a:t>SOURCE DIRECTORY (SRC)</a:t>
            </a:r>
            <a:b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Title 1"/>
          <p:cNvSpPr txBox="1"/>
          <p:nvPr>
            <p:ph type="title"/>
          </p:nvPr>
        </p:nvSpPr>
        <p:spPr>
          <a:xfrm>
            <a:off x="3540369" y="914400"/>
            <a:ext cx="16459201" cy="1460310"/>
          </a:xfrm>
          <a:prstGeom prst="rect">
            <a:avLst/>
          </a:prstGeom>
        </p:spPr>
        <p:txBody>
          <a:bodyPr/>
          <a:lstStyle/>
          <a:p>
            <a:pPr defTabSz="731520">
              <a:defRPr b="1" sz="3200">
                <a:solidFill>
                  <a:srgbClr val="FF0000"/>
                </a:solidFill>
                <a:latin typeface="Bookman Old Style"/>
                <a:ea typeface="Bookman Old Style"/>
                <a:cs typeface="Bookman Old Style"/>
                <a:sym typeface="Bookman Old Style"/>
              </a:defRPr>
            </a:pPr>
            <a:br/>
            <a:r>
              <a:t>PUBLIC DIRECTORY (public)</a:t>
            </a:r>
            <a:br/>
          </a:p>
        </p:txBody>
      </p:sp>
      <p:sp>
        <p:nvSpPr>
          <p:cNvPr id="297" name="Text Placeholder 2"/>
          <p:cNvSpPr txBox="1"/>
          <p:nvPr>
            <p:ph type="body" idx="1"/>
          </p:nvPr>
        </p:nvSpPr>
        <p:spPr>
          <a:xfrm>
            <a:off x="3987450" y="2649253"/>
            <a:ext cx="16881231" cy="10079503"/>
          </a:xfrm>
          <a:prstGeom prst="rect">
            <a:avLst/>
          </a:prstGeom>
        </p:spPr>
        <p:txBody>
          <a:bodyPr/>
          <a:lstStyle/>
          <a:p>
            <a:pPr algn="just">
              <a:lnSpc>
                <a:spcPct val="150000"/>
              </a:lnSpc>
              <a:spcBef>
                <a:spcPts val="1600"/>
              </a:spcBef>
              <a:buSzPts val="4400"/>
              <a:defRPr b="1" sz="4400">
                <a:latin typeface="Bookman Old Style"/>
                <a:ea typeface="Bookman Old Style"/>
                <a:cs typeface="Bookman Old Style"/>
                <a:sym typeface="Bookman Old Style"/>
              </a:defRPr>
            </a:pPr>
            <a:r>
              <a:t>index.html:</a:t>
            </a:r>
            <a:r>
              <a:rPr b="0"/>
              <a:t> The HTML template for your app. This is the file that gets served to the browser.</a:t>
            </a:r>
          </a:p>
          <a:p>
            <a:pPr algn="just">
              <a:lnSpc>
                <a:spcPct val="150000"/>
              </a:lnSpc>
              <a:spcBef>
                <a:spcPts val="1600"/>
              </a:spcBef>
              <a:buSzPts val="4400"/>
              <a:defRPr b="1" sz="4400">
                <a:latin typeface="Bookman Old Style"/>
                <a:ea typeface="Bookman Old Style"/>
                <a:cs typeface="Bookman Old Style"/>
                <a:sym typeface="Bookman Old Style"/>
              </a:defRPr>
            </a:pPr>
            <a:r>
              <a:t>Other Assets:</a:t>
            </a:r>
            <a:r>
              <a:rPr b="0"/>
              <a:t> Publicly accessible assets like images, icons, or other static files.</a:t>
            </a:r>
            <a:endParaRPr b="0"/>
          </a:p>
          <a:p>
            <a:pPr algn="just">
              <a:lnSpc>
                <a:spcPct val="150000"/>
              </a:lnSpc>
              <a:spcBef>
                <a:spcPts val="1600"/>
              </a:spcBef>
              <a:buSzPts val="4400"/>
              <a:defRPr b="1" sz="4400">
                <a:latin typeface="Bookman Old Style"/>
                <a:ea typeface="Bookman Old Style"/>
                <a:cs typeface="Bookman Old Style"/>
                <a:sym typeface="Bookman Old Style"/>
              </a:defRPr>
            </a:pPr>
            <a:r>
              <a:t>Build Output (build): </a:t>
            </a:r>
            <a:r>
              <a:rPr b="0"/>
              <a:t>This directory is typically auto-generated when you build your React app for production. It contains optimized and minified versions of your code and assets for deployment</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Title 1"/>
          <p:cNvSpPr txBox="1"/>
          <p:nvPr>
            <p:ph type="title"/>
          </p:nvPr>
        </p:nvSpPr>
        <p:spPr>
          <a:xfrm>
            <a:off x="3962400" y="873455"/>
            <a:ext cx="16459200" cy="1736103"/>
          </a:xfrm>
          <a:prstGeom prst="rect">
            <a:avLst/>
          </a:prstGeom>
        </p:spPr>
        <p:txBody>
          <a:bodyPr/>
          <a:lstStyle>
            <a:lvl1pPr>
              <a:defRPr b="1" sz="8000">
                <a:solidFill>
                  <a:srgbClr val="FF0000"/>
                </a:solidFill>
                <a:latin typeface="Bookman Old Style"/>
                <a:ea typeface="Bookman Old Style"/>
                <a:cs typeface="Bookman Old Style"/>
                <a:sym typeface="Bookman Old Style"/>
              </a:defRPr>
            </a:lvl1pPr>
          </a:lstStyle>
          <a:p>
            <a:pPr/>
            <a:r>
              <a:t>CONFIGURATION FILES</a:t>
            </a:r>
          </a:p>
        </p:txBody>
      </p:sp>
      <p:sp>
        <p:nvSpPr>
          <p:cNvPr id="300" name="Text Placeholder 2"/>
          <p:cNvSpPr txBox="1"/>
          <p:nvPr>
            <p:ph type="body" idx="1"/>
          </p:nvPr>
        </p:nvSpPr>
        <p:spPr>
          <a:xfrm>
            <a:off x="3962400" y="2609557"/>
            <a:ext cx="16951570" cy="9966325"/>
          </a:xfrm>
          <a:prstGeom prst="rect">
            <a:avLst/>
          </a:prstGeom>
        </p:spPr>
        <p:txBody>
          <a:bodyPr/>
          <a:lstStyle/>
          <a:p>
            <a:pPr algn="just">
              <a:lnSpc>
                <a:spcPct val="200000"/>
              </a:lnSpc>
              <a:spcBef>
                <a:spcPts val="1600"/>
              </a:spcBef>
              <a:buSzPts val="4800"/>
              <a:defRPr b="1" sz="4800">
                <a:latin typeface="Bookman Old Style"/>
                <a:ea typeface="Bookman Old Style"/>
                <a:cs typeface="Bookman Old Style"/>
                <a:sym typeface="Bookman Old Style"/>
              </a:defRPr>
            </a:pPr>
            <a:r>
              <a:t>babel.config.js:</a:t>
            </a:r>
            <a:r>
              <a:rPr b="0"/>
              <a:t> Configuration for Babel, a JavaScript compiler used to transform modern JavaScript into browser-compatible code.</a:t>
            </a:r>
          </a:p>
          <a:p>
            <a:pPr algn="just">
              <a:lnSpc>
                <a:spcPct val="200000"/>
              </a:lnSpc>
              <a:spcBef>
                <a:spcPts val="1600"/>
              </a:spcBef>
              <a:buSzPts val="4800"/>
              <a:defRPr b="1" sz="4800">
                <a:latin typeface="Bookman Old Style"/>
                <a:ea typeface="Bookman Old Style"/>
                <a:cs typeface="Bookman Old Style"/>
                <a:sym typeface="Bookman Old Style"/>
              </a:defRPr>
            </a:pPr>
            <a:r>
              <a:t>webpack.config.js</a:t>
            </a:r>
            <a:r>
              <a:rPr b="0"/>
              <a:t>: Configuration for Webpack, a module bundler for JavaScript and other assets.</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02" name="Google Shape;374;p4"/>
          <p:cNvSpPr txBox="1"/>
          <p:nvPr>
            <p:ph type="title"/>
          </p:nvPr>
        </p:nvSpPr>
        <p:spPr>
          <a:prstGeom prst="rect">
            <a:avLst/>
          </a:prstGeom>
        </p:spPr>
        <p:txBody>
          <a:bodyPr/>
          <a:lstStyle>
            <a:lvl1pPr>
              <a:defRPr>
                <a:solidFill>
                  <a:srgbClr val="FF0000"/>
                </a:solidFill>
                <a:latin typeface="Bookman Old Style"/>
                <a:ea typeface="Bookman Old Style"/>
                <a:cs typeface="Bookman Old Style"/>
                <a:sym typeface="Bookman Old Style"/>
              </a:defRPr>
            </a:lvl1pPr>
          </a:lstStyle>
          <a:p>
            <a:pPr/>
            <a:r>
              <a:t>RUNNING THE APP</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Google Shape;380;p5"/>
          <p:cNvSpPr txBox="1"/>
          <p:nvPr>
            <p:ph type="title"/>
          </p:nvPr>
        </p:nvSpPr>
        <p:spPr>
          <a:xfrm>
            <a:off x="3515316" y="1216321"/>
            <a:ext cx="16459201" cy="1431926"/>
          </a:xfrm>
          <a:prstGeom prst="rect">
            <a:avLst/>
          </a:prstGeom>
        </p:spPr>
        <p:txBody>
          <a:bodyPr/>
          <a:lstStyle/>
          <a:p>
            <a:pPr defTabSz="731520">
              <a:defRPr b="1" sz="3120">
                <a:latin typeface="Bookman Old Style"/>
                <a:ea typeface="Bookman Old Style"/>
                <a:cs typeface="Bookman Old Style"/>
                <a:sym typeface="Bookman Old Style"/>
              </a:defRPr>
            </a:pPr>
            <a:br/>
            <a:r>
              <a:rPr>
                <a:solidFill>
                  <a:srgbClr val="FF0000"/>
                </a:solidFill>
              </a:rPr>
              <a:t>Step 1: Create a React App</a:t>
            </a:r>
            <a:br>
              <a:rPr>
                <a:solidFill>
                  <a:srgbClr val="FF0000"/>
                </a:solidFill>
              </a:rPr>
            </a:br>
          </a:p>
        </p:txBody>
      </p:sp>
      <p:sp>
        <p:nvSpPr>
          <p:cNvPr id="305" name="Google Shape;381;p5"/>
          <p:cNvSpPr txBox="1"/>
          <p:nvPr>
            <p:ph type="body" sz="half" idx="1"/>
          </p:nvPr>
        </p:nvSpPr>
        <p:spPr>
          <a:xfrm>
            <a:off x="3837140" y="2339089"/>
            <a:ext cx="16459201" cy="7766138"/>
          </a:xfrm>
          <a:prstGeom prst="rect">
            <a:avLst/>
          </a:prstGeom>
        </p:spPr>
        <p:txBody>
          <a:bodyPr/>
          <a:lstStyle/>
          <a:p>
            <a:pPr marL="644651" indent="-644651" algn="just" defTabSz="1719072">
              <a:lnSpc>
                <a:spcPct val="200000"/>
              </a:lnSpc>
              <a:spcBef>
                <a:spcPts val="500"/>
              </a:spcBef>
              <a:buSzPts val="4500"/>
              <a:buFont typeface="Symbol"/>
              <a:buChar char="·"/>
              <a:defRPr sz="4512">
                <a:latin typeface="Bookman Old Style"/>
                <a:ea typeface="Bookman Old Style"/>
                <a:cs typeface="Bookman Old Style"/>
                <a:sym typeface="Bookman Old Style"/>
              </a:defRPr>
            </a:pPr>
            <a:r>
              <a:t>Open your command line terminal.</a:t>
            </a:r>
          </a:p>
          <a:p>
            <a:pPr marL="644651" indent="-644651" algn="just" defTabSz="1719072">
              <a:lnSpc>
                <a:spcPct val="200000"/>
              </a:lnSpc>
              <a:spcBef>
                <a:spcPts val="500"/>
              </a:spcBef>
              <a:buSzPts val="4500"/>
              <a:buFont typeface="Symbol"/>
              <a:buChar char="·"/>
              <a:defRPr sz="4512">
                <a:latin typeface="Bookman Old Style"/>
                <a:ea typeface="Bookman Old Style"/>
                <a:cs typeface="Bookman Old Style"/>
                <a:sym typeface="Bookman Old Style"/>
              </a:defRPr>
            </a:pPr>
            <a:r>
              <a:t>Navigate to the directory where you want to create your React app.</a:t>
            </a:r>
          </a:p>
          <a:p>
            <a:pPr marL="644651" indent="-644651" algn="just" defTabSz="1719072">
              <a:lnSpc>
                <a:spcPct val="200000"/>
              </a:lnSpc>
              <a:spcBef>
                <a:spcPts val="500"/>
              </a:spcBef>
              <a:buSzPts val="4500"/>
              <a:buFont typeface="Symbol"/>
              <a:buChar char="·"/>
              <a:defRPr sz="4512">
                <a:latin typeface="Bookman Old Style"/>
                <a:ea typeface="Bookman Old Style"/>
                <a:cs typeface="Bookman Old Style"/>
                <a:sym typeface="Bookman Old Style"/>
              </a:defRPr>
            </a:pPr>
            <a:r>
              <a:t>Run the following command to create a new React app (replace "my-react-app" with your preferred app name)</a:t>
            </a:r>
          </a:p>
          <a:p>
            <a:pPr marL="644651" indent="-644651" algn="just" defTabSz="1719072">
              <a:lnSpc>
                <a:spcPct val="200000"/>
              </a:lnSpc>
              <a:spcBef>
                <a:spcPts val="500"/>
              </a:spcBef>
              <a:buSzPts val="4500"/>
              <a:buFont typeface="Symbol"/>
              <a:buChar char="·"/>
              <a:defRPr sz="4512">
                <a:latin typeface="Bookman Old Style"/>
                <a:ea typeface="Bookman Old Style"/>
                <a:cs typeface="Bookman Old Style"/>
                <a:sym typeface="Bookman Old Style"/>
              </a:defRPr>
            </a:pPr>
            <a:r>
              <a:t>CODE :</a:t>
            </a:r>
            <a:r>
              <a:rPr>
                <a:solidFill>
                  <a:srgbClr val="FF0000"/>
                </a:solidFill>
              </a:rPr>
              <a:t>npx create-react-app my-react-app</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Title 1"/>
          <p:cNvSpPr txBox="1"/>
          <p:nvPr>
            <p:ph type="title"/>
          </p:nvPr>
        </p:nvSpPr>
        <p:spPr>
          <a:xfrm>
            <a:off x="3329354" y="2138924"/>
            <a:ext cx="16459201" cy="2286001"/>
          </a:xfrm>
          <a:prstGeom prst="rect">
            <a:avLst/>
          </a:prstGeom>
        </p:spPr>
        <p:txBody>
          <a:bodyPr/>
          <a:lstStyle/>
          <a:p>
            <a:pPr defTabSz="1645919">
              <a:defRPr b="1" sz="6479">
                <a:solidFill>
                  <a:srgbClr val="FF0000"/>
                </a:solidFill>
                <a:latin typeface="Bookman Old Style"/>
                <a:ea typeface="Bookman Old Style"/>
                <a:cs typeface="Bookman Old Style"/>
                <a:sym typeface="Bookman Old Style"/>
              </a:defRPr>
            </a:pPr>
            <a:r>
              <a:t>Step 2: Navigate to the App Directory</a:t>
            </a:r>
            <a:br/>
          </a:p>
        </p:txBody>
      </p:sp>
      <p:sp>
        <p:nvSpPr>
          <p:cNvPr id="308" name="Text Placeholder 2"/>
          <p:cNvSpPr txBox="1"/>
          <p:nvPr>
            <p:ph type="body" sz="half" idx="1"/>
          </p:nvPr>
        </p:nvSpPr>
        <p:spPr>
          <a:xfrm>
            <a:off x="4162430" y="4359056"/>
            <a:ext cx="16459201" cy="5511454"/>
          </a:xfrm>
          <a:prstGeom prst="rect">
            <a:avLst/>
          </a:prstGeom>
        </p:spPr>
        <p:txBody>
          <a:bodyPr/>
          <a:lstStyle/>
          <a:p>
            <a:pPr marL="685800" algn="just">
              <a:lnSpc>
                <a:spcPct val="200000"/>
              </a:lnSpc>
              <a:buSzPts val="5600"/>
              <a:buFont typeface="Symbol"/>
              <a:buChar char="·"/>
              <a:defRPr sz="5600">
                <a:latin typeface="Bookman Old Style"/>
                <a:ea typeface="Bookman Old Style"/>
                <a:cs typeface="Bookman Old Style"/>
                <a:sym typeface="Bookman Old Style"/>
              </a:defRPr>
            </a:pPr>
            <a:r>
              <a:t>Change your working directory to the newly created React app folder:</a:t>
            </a:r>
          </a:p>
          <a:p>
            <a:pPr marL="0" indent="114300" algn="just">
              <a:lnSpc>
                <a:spcPct val="200000"/>
              </a:lnSpc>
              <a:buSzTx/>
              <a:buNone/>
              <a:defRPr sz="5600">
                <a:latin typeface="Bookman Old Style"/>
                <a:ea typeface="Bookman Old Style"/>
                <a:cs typeface="Bookman Old Style"/>
                <a:sym typeface="Bookman Old Style"/>
              </a:defRPr>
            </a:pPr>
            <a:r>
              <a:t> CODE : </a:t>
            </a:r>
            <a:r>
              <a:rPr>
                <a:solidFill>
                  <a:srgbClr val="FF0000"/>
                </a:solidFill>
              </a:rPr>
              <a:t>cd my-react-app</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Title 1"/>
          <p:cNvSpPr txBox="1"/>
          <p:nvPr>
            <p:ph type="title"/>
          </p:nvPr>
        </p:nvSpPr>
        <p:spPr>
          <a:xfrm>
            <a:off x="3048000" y="2378075"/>
            <a:ext cx="18288000" cy="2286001"/>
          </a:xfrm>
          <a:prstGeom prst="rect">
            <a:avLst/>
          </a:prstGeom>
        </p:spPr>
        <p:txBody>
          <a:bodyPr/>
          <a:lstStyle/>
          <a:p>
            <a:pPr defTabSz="1609344">
              <a:defRPr b="1" sz="7040">
                <a:solidFill>
                  <a:srgbClr val="FF0000"/>
                </a:solidFill>
                <a:latin typeface="Bookman Old Style"/>
                <a:ea typeface="Bookman Old Style"/>
                <a:cs typeface="Bookman Old Style"/>
                <a:sym typeface="Bookman Old Style"/>
              </a:defRPr>
            </a:pPr>
            <a:r>
              <a:t>Step 3: Start the Development Server</a:t>
            </a:r>
            <a:br/>
          </a:p>
        </p:txBody>
      </p:sp>
      <p:sp>
        <p:nvSpPr>
          <p:cNvPr id="311" name="Text Placeholder 2"/>
          <p:cNvSpPr txBox="1"/>
          <p:nvPr>
            <p:ph type="body" sz="quarter" idx="1"/>
          </p:nvPr>
        </p:nvSpPr>
        <p:spPr>
          <a:xfrm>
            <a:off x="4314283" y="4795639"/>
            <a:ext cx="16459201" cy="4022685"/>
          </a:xfrm>
          <a:prstGeom prst="rect">
            <a:avLst/>
          </a:prstGeom>
        </p:spPr>
        <p:txBody>
          <a:bodyPr/>
          <a:lstStyle/>
          <a:p>
            <a:pPr marL="658368" indent="-658368" algn="just" defTabSz="1755647">
              <a:lnSpc>
                <a:spcPct val="220000"/>
              </a:lnSpc>
              <a:spcBef>
                <a:spcPts val="500"/>
              </a:spcBef>
              <a:buSzPts val="4600"/>
              <a:buFont typeface="Symbol"/>
              <a:buChar char="·"/>
              <a:defRPr sz="4608">
                <a:latin typeface="Bookman Old Style"/>
                <a:ea typeface="Bookman Old Style"/>
                <a:cs typeface="Bookman Old Style"/>
                <a:sym typeface="Bookman Old Style"/>
              </a:defRPr>
            </a:pPr>
            <a:r>
              <a:t>Run the following command to start the development server:</a:t>
            </a:r>
          </a:p>
          <a:p>
            <a:pPr marL="658368" indent="-658368" algn="just" defTabSz="1755647">
              <a:lnSpc>
                <a:spcPct val="220000"/>
              </a:lnSpc>
              <a:spcBef>
                <a:spcPts val="500"/>
              </a:spcBef>
              <a:buSzPts val="4600"/>
              <a:buFont typeface="Symbol"/>
              <a:buChar char="·"/>
              <a:defRPr sz="4608">
                <a:latin typeface="Bookman Old Style"/>
                <a:ea typeface="Bookman Old Style"/>
                <a:cs typeface="Bookman Old Style"/>
                <a:sym typeface="Bookman Old Style"/>
              </a:defRPr>
            </a:pPr>
            <a:r>
              <a:t>CODE </a:t>
            </a:r>
            <a:r>
              <a:rPr>
                <a:solidFill>
                  <a:srgbClr val="FF0000"/>
                </a:solidFill>
              </a:rPr>
              <a:t>: npm start</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Title 1"/>
          <p:cNvSpPr txBox="1"/>
          <p:nvPr>
            <p:ph type="title"/>
          </p:nvPr>
        </p:nvSpPr>
        <p:spPr>
          <a:xfrm>
            <a:off x="3962400" y="2057400"/>
            <a:ext cx="16459200" cy="2286000"/>
          </a:xfrm>
          <a:prstGeom prst="rect">
            <a:avLst/>
          </a:prstGeom>
        </p:spPr>
        <p:txBody>
          <a:bodyPr/>
          <a:lstStyle/>
          <a:p>
            <a:pPr defTabSz="1335024">
              <a:defRPr b="1" sz="5840">
                <a:solidFill>
                  <a:srgbClr val="FF0000"/>
                </a:solidFill>
                <a:latin typeface="Bookman Old Style"/>
                <a:ea typeface="Bookman Old Style"/>
                <a:cs typeface="Bookman Old Style"/>
                <a:sym typeface="Bookman Old Style"/>
              </a:defRPr>
            </a:pPr>
            <a:r>
              <a:t>Step 4: Access Your App in a Web Browser</a:t>
            </a:r>
            <a:br/>
          </a:p>
        </p:txBody>
      </p:sp>
      <p:sp>
        <p:nvSpPr>
          <p:cNvPr id="314" name="Text Placeholder 2"/>
          <p:cNvSpPr txBox="1"/>
          <p:nvPr>
            <p:ph type="body" idx="1"/>
          </p:nvPr>
        </p:nvSpPr>
        <p:spPr>
          <a:xfrm>
            <a:off x="4440701" y="3931920"/>
            <a:ext cx="16459201" cy="9051926"/>
          </a:xfrm>
          <a:prstGeom prst="rect">
            <a:avLst/>
          </a:prstGeom>
        </p:spPr>
        <p:txBody>
          <a:bodyPr/>
          <a:lstStyle>
            <a:lvl1pPr marL="685800" algn="just">
              <a:lnSpc>
                <a:spcPct val="220000"/>
              </a:lnSpc>
              <a:buSzPts val="4800"/>
              <a:buFont typeface="Symbol"/>
              <a:buChar char="·"/>
              <a:defRPr sz="4800">
                <a:latin typeface="Bookman Old Style"/>
                <a:ea typeface="Bookman Old Style"/>
                <a:cs typeface="Bookman Old Style"/>
                <a:sym typeface="Bookman Old Style"/>
              </a:defRPr>
            </a:lvl1pPr>
          </a:lstStyle>
          <a:p>
            <a:pPr/>
            <a:r>
              <a:t>After running the above command, your React app will start, and the development server will provide you with a local address (usually http://localhost:3000) where your app can be accessed.</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Text Placeholder 2"/>
          <p:cNvSpPr txBox="1"/>
          <p:nvPr>
            <p:ph type="body" idx="1"/>
          </p:nvPr>
        </p:nvSpPr>
        <p:spPr>
          <a:xfrm>
            <a:off x="4440701" y="3931920"/>
            <a:ext cx="16459201" cy="9051926"/>
          </a:xfrm>
          <a:prstGeom prst="rect">
            <a:avLst/>
          </a:prstGeom>
        </p:spPr>
        <p:txBody>
          <a:bodyPr/>
          <a:lstStyle/>
          <a:p>
            <a:pPr marL="685800" algn="just">
              <a:lnSpc>
                <a:spcPct val="220000"/>
              </a:lnSpc>
              <a:spcBef>
                <a:spcPts val="1600"/>
              </a:spcBef>
              <a:buSzPts val="4800"/>
              <a:buFont typeface="Symbol"/>
              <a:buChar char="·"/>
              <a:defRPr sz="4800">
                <a:latin typeface="Bookman Old Style"/>
                <a:ea typeface="Bookman Old Style"/>
                <a:cs typeface="Bookman Old Style"/>
                <a:sym typeface="Bookman Old Style"/>
              </a:defRPr>
            </a:pPr>
            <a:r>
              <a:t>Open a web browser and navigate to this address (http://localhost:3000 by default). You should see your React app running in the browser</a:t>
            </a:r>
            <a:r>
              <a:rPr>
                <a:solidFill>
                  <a:srgbClr val="44546A"/>
                </a:solidFill>
              </a:rPr>
              <a:t>.</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Title 1"/>
          <p:cNvSpPr txBox="1"/>
          <p:nvPr>
            <p:ph type="title"/>
          </p:nvPr>
        </p:nvSpPr>
        <p:spPr>
          <a:xfrm>
            <a:off x="3568503" y="1463674"/>
            <a:ext cx="16459201" cy="2286001"/>
          </a:xfrm>
          <a:prstGeom prst="rect">
            <a:avLst/>
          </a:prstGeom>
        </p:spPr>
        <p:txBody>
          <a:bodyPr/>
          <a:lstStyle/>
          <a:p>
            <a:pPr defTabSz="1609344">
              <a:defRPr b="1" sz="7040">
                <a:solidFill>
                  <a:srgbClr val="FF0000"/>
                </a:solidFill>
                <a:latin typeface="Bookman Old Style"/>
                <a:ea typeface="Bookman Old Style"/>
                <a:cs typeface="Bookman Old Style"/>
                <a:sym typeface="Bookman Old Style"/>
              </a:defRPr>
            </a:pPr>
            <a:r>
              <a:t>Step 5: Edit Your App</a:t>
            </a:r>
            <a:br/>
          </a:p>
        </p:txBody>
      </p:sp>
      <p:sp>
        <p:nvSpPr>
          <p:cNvPr id="319" name="Text Placeholder 2"/>
          <p:cNvSpPr txBox="1"/>
          <p:nvPr>
            <p:ph type="body" idx="1"/>
          </p:nvPr>
        </p:nvSpPr>
        <p:spPr>
          <a:xfrm>
            <a:off x="3962400" y="3200400"/>
            <a:ext cx="16459200" cy="9051926"/>
          </a:xfrm>
          <a:prstGeom prst="rect">
            <a:avLst/>
          </a:prstGeom>
        </p:spPr>
        <p:txBody>
          <a:bodyPr/>
          <a:lstStyle/>
          <a:p>
            <a:pPr marL="685800" algn="just">
              <a:lnSpc>
                <a:spcPct val="180000"/>
              </a:lnSpc>
              <a:buSzPts val="4600"/>
              <a:buFont typeface="Symbol"/>
              <a:buChar char="·"/>
              <a:defRPr sz="4600">
                <a:latin typeface="Bookman Old Style"/>
                <a:ea typeface="Bookman Old Style"/>
                <a:cs typeface="Bookman Old Style"/>
                <a:sym typeface="Bookman Old Style"/>
              </a:defRPr>
            </a:pPr>
            <a:r>
              <a:t>Open your code editor of choice (e.g., Visual Studio Code) and navigate to the project folder (my-react-app).</a:t>
            </a:r>
            <a:endParaRPr sz="5600"/>
          </a:p>
          <a:p>
            <a:pPr marL="685800" algn="just">
              <a:lnSpc>
                <a:spcPct val="180000"/>
              </a:lnSpc>
              <a:spcBef>
                <a:spcPts val="1600"/>
              </a:spcBef>
              <a:buSzPts val="4600"/>
              <a:buFont typeface="Symbol"/>
              <a:buChar char="·"/>
              <a:defRPr sz="4600">
                <a:latin typeface="Bookman Old Style"/>
                <a:ea typeface="Bookman Old Style"/>
                <a:cs typeface="Bookman Old Style"/>
                <a:sym typeface="Bookman Old Style"/>
              </a:defRPr>
            </a:pPr>
            <a:r>
              <a:t>You can make changes to your app by editing the files in the "src" directory, such as "App.js" and the component files.</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Title 1"/>
          <p:cNvSpPr txBox="1"/>
          <p:nvPr>
            <p:ph type="title"/>
          </p:nvPr>
        </p:nvSpPr>
        <p:spPr>
          <a:xfrm>
            <a:off x="3962400" y="1674691"/>
            <a:ext cx="16459200" cy="2286001"/>
          </a:xfrm>
          <a:prstGeom prst="rect">
            <a:avLst/>
          </a:prstGeom>
        </p:spPr>
        <p:txBody>
          <a:bodyPr/>
          <a:lstStyle/>
          <a:p>
            <a:pPr defTabSz="1645919">
              <a:defRPr b="1" sz="7019">
                <a:solidFill>
                  <a:srgbClr val="FF0000"/>
                </a:solidFill>
                <a:latin typeface="Bookman Old Style"/>
                <a:ea typeface="Bookman Old Style"/>
                <a:cs typeface="Bookman Old Style"/>
                <a:sym typeface="Bookman Old Style"/>
              </a:defRPr>
            </a:pPr>
            <a:r>
              <a:t>Step 6: Save Your Changes</a:t>
            </a:r>
            <a:br/>
          </a:p>
        </p:txBody>
      </p:sp>
      <p:sp>
        <p:nvSpPr>
          <p:cNvPr id="322" name="Text Placeholder 2"/>
          <p:cNvSpPr txBox="1"/>
          <p:nvPr>
            <p:ph type="body" idx="1"/>
          </p:nvPr>
        </p:nvSpPr>
        <p:spPr>
          <a:xfrm>
            <a:off x="3962400" y="3200400"/>
            <a:ext cx="16459200" cy="9051926"/>
          </a:xfrm>
          <a:prstGeom prst="rect">
            <a:avLst/>
          </a:prstGeom>
        </p:spPr>
        <p:txBody>
          <a:bodyPr/>
          <a:lstStyle/>
          <a:p>
            <a:pPr>
              <a:buSzPts val="4800"/>
              <a:defRPr sz="4800">
                <a:latin typeface="Bookman Old Style"/>
                <a:ea typeface="Bookman Old Style"/>
                <a:cs typeface="Bookman Old Style"/>
                <a:sym typeface="Bookman Old Style"/>
              </a:defRPr>
            </a:pPr>
            <a:r>
              <a:t>Save your changes in your code editor.</a:t>
            </a:r>
          </a:p>
          <a:p>
            <a:pPr marL="0" indent="114300">
              <a:buSzTx/>
              <a:buNone/>
              <a:defRPr sz="4800">
                <a:latin typeface="Bookman Old Style"/>
                <a:ea typeface="Bookman Old Style"/>
                <a:cs typeface="Bookman Old Style"/>
                <a:sym typeface="Bookman Old Style"/>
              </a:defRPr>
            </a:pPr>
          </a:p>
          <a:p>
            <a:pPr marL="0" indent="114300" algn="ctr">
              <a:lnSpc>
                <a:spcPct val="107000"/>
              </a:lnSpc>
              <a:buSzTx/>
              <a:buNone/>
              <a:defRPr b="1" sz="8000">
                <a:solidFill>
                  <a:srgbClr val="FF0000"/>
                </a:solidFill>
                <a:latin typeface="Bookman Old Style"/>
                <a:ea typeface="Bookman Old Style"/>
                <a:cs typeface="Bookman Old Style"/>
                <a:sym typeface="Bookman Old Style"/>
              </a:defRPr>
            </a:pPr>
            <a:r>
              <a:t>Step 7: See the Updates in Real Time</a:t>
            </a:r>
          </a:p>
          <a:p>
            <a:pPr marL="685800" algn="just">
              <a:lnSpc>
                <a:spcPct val="209999"/>
              </a:lnSpc>
              <a:spcBef>
                <a:spcPts val="1600"/>
              </a:spcBef>
              <a:buSzPts val="4800"/>
              <a:buFont typeface="Symbol"/>
              <a:buChar char="·"/>
              <a:defRPr sz="4800">
                <a:latin typeface="Bookman Old Style"/>
                <a:ea typeface="Bookman Old Style"/>
                <a:cs typeface="Bookman Old Style"/>
                <a:sym typeface="Bookman Old Style"/>
              </a:defRPr>
            </a:pPr>
            <a:r>
              <a:t>As you save your changes, the development server will automatically update your app in the browser. </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Title 1"/>
          <p:cNvSpPr txBox="1"/>
          <p:nvPr>
            <p:ph type="title"/>
          </p:nvPr>
        </p:nvSpPr>
        <p:spPr>
          <a:xfrm>
            <a:off x="3962400" y="2462482"/>
            <a:ext cx="16459200" cy="2286001"/>
          </a:xfrm>
          <a:prstGeom prst="rect">
            <a:avLst/>
          </a:prstGeom>
        </p:spPr>
        <p:txBody>
          <a:bodyPr/>
          <a:lstStyle/>
          <a:p>
            <a:pPr defTabSz="1170431">
              <a:defRPr b="1" sz="5119">
                <a:solidFill>
                  <a:srgbClr val="FF0000"/>
                </a:solidFill>
                <a:latin typeface="Bookman Old Style"/>
                <a:ea typeface="Bookman Old Style"/>
                <a:cs typeface="Bookman Old Style"/>
                <a:sym typeface="Bookman Old Style"/>
              </a:defRPr>
            </a:pPr>
            <a:r>
              <a:t>Step 8: Stop the Development Server (Optional)</a:t>
            </a:r>
            <a:br/>
          </a:p>
        </p:txBody>
      </p:sp>
      <p:sp>
        <p:nvSpPr>
          <p:cNvPr id="325" name="Text Placeholder 2"/>
          <p:cNvSpPr txBox="1"/>
          <p:nvPr>
            <p:ph type="body" idx="1"/>
          </p:nvPr>
        </p:nvSpPr>
        <p:spPr>
          <a:xfrm>
            <a:off x="4159348" y="4474702"/>
            <a:ext cx="16459201" cy="9051926"/>
          </a:xfrm>
          <a:prstGeom prst="rect">
            <a:avLst/>
          </a:prstGeom>
        </p:spPr>
        <p:txBody>
          <a:bodyPr/>
          <a:lstStyle/>
          <a:p>
            <a:pPr marL="685800" algn="just">
              <a:lnSpc>
                <a:spcPct val="180000"/>
              </a:lnSpc>
              <a:buSzPts val="4600"/>
              <a:buFont typeface="Symbol"/>
              <a:buChar char="·"/>
              <a:defRPr sz="4600">
                <a:latin typeface="Bookman Old Style"/>
                <a:ea typeface="Bookman Old Style"/>
                <a:cs typeface="Bookman Old Style"/>
                <a:sym typeface="Bookman Old Style"/>
              </a:defRPr>
            </a:pPr>
            <a:r>
              <a:t>To stop the development server, go back to your terminal and press Ctrl + C. You can start it again using npm start when you want to resume development.</a:t>
            </a:r>
            <a:endParaRPr sz="5600"/>
          </a:p>
          <a:p>
            <a:pPr algn="just">
              <a:lnSpc>
                <a:spcPct val="180000"/>
              </a:lnSpc>
              <a:spcBef>
                <a:spcPts val="1600"/>
              </a:spcBef>
              <a:buSzPts val="4600"/>
              <a:defRPr sz="4600">
                <a:latin typeface="Bookman Old Style"/>
                <a:ea typeface="Bookman Old Style"/>
                <a:cs typeface="Bookman Old Style"/>
                <a:sym typeface="Bookman Old Style"/>
              </a:defRPr>
            </a:pPr>
            <a:r>
              <a:t>That's it! You've successfully created a React app and started a development server to run it.</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JSX"/>
          <p:cNvSpPr txBox="1"/>
          <p:nvPr>
            <p:ph type="title"/>
          </p:nvPr>
        </p:nvSpPr>
        <p:spPr>
          <a:prstGeom prst="rect">
            <a:avLst/>
          </a:prstGeom>
        </p:spPr>
        <p:txBody>
          <a:bodyPr/>
          <a:lstStyle/>
          <a:p>
            <a:pPr/>
            <a:r>
              <a:t>JSX</a:t>
            </a:r>
          </a:p>
        </p:txBody>
      </p:sp>
      <p:sp>
        <p:nvSpPr>
          <p:cNvPr id="328" name="JSX (JavaScript XML) is a syntax extension for JavaScript, primarily used with React to describe the structure of the user interface (UI) in a way that looks similar to HTML. It allows developers to write HTML-like code directly within JavaScript, making"/>
          <p:cNvSpPr txBox="1"/>
          <p:nvPr>
            <p:ph type="body" idx="1"/>
          </p:nvPr>
        </p:nvSpPr>
        <p:spPr>
          <a:xfrm>
            <a:off x="644267" y="2796229"/>
            <a:ext cx="22966999" cy="10383740"/>
          </a:xfrm>
          <a:prstGeom prst="rect">
            <a:avLst/>
          </a:prstGeom>
        </p:spPr>
        <p:txBody>
          <a:bodyPr/>
          <a:lstStyle/>
          <a:p>
            <a:pPr marL="0" indent="0" defTabSz="457200">
              <a:spcBef>
                <a:spcPts val="500"/>
              </a:spcBef>
              <a:buClrTx/>
              <a:buSzTx/>
              <a:buFontTx/>
              <a:buNone/>
              <a:defRPr sz="3700">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JSX (JavaScript XML)</a:t>
            </a:r>
            <a:r>
              <a:t> is a syntax extension for JavaScript, primarily used with React to describe the structure of the user interface (UI) in a way that looks similar to HTML. It allows developers to write HTML-like code directly within JavaScript, making it easier to create and visualize the structure of UI components.</a:t>
            </a:r>
          </a:p>
          <a:p>
            <a:pPr marL="0" indent="0" defTabSz="457200">
              <a:spcBef>
                <a:spcPts val="500"/>
              </a:spcBef>
              <a:buClrTx/>
              <a:buSzTx/>
              <a:buFontTx/>
              <a:buNone/>
              <a:defRPr b="1" sz="3850">
                <a:uFill>
                  <a:solidFill>
                    <a:srgbClr val="000000"/>
                  </a:solidFill>
                </a:uFill>
                <a:latin typeface="Times New Roman"/>
                <a:ea typeface="Times New Roman"/>
                <a:cs typeface="Times New Roman"/>
                <a:sym typeface="Times New Roman"/>
              </a:defRPr>
            </a:pPr>
            <a:r>
              <a:t>Key Features of JSX</a:t>
            </a:r>
          </a:p>
          <a:p>
            <a:pPr marL="457200" indent="-228600" defTabSz="457200">
              <a:spcBef>
                <a:spcPts val="500"/>
              </a:spcBef>
              <a:buClrTx/>
              <a:buSzPct val="100000"/>
              <a:buFontTx/>
              <a:buAutoNum type="arabicPeriod" startAt="1"/>
              <a:tabLst>
                <a:tab pos="457200" algn="l"/>
              </a:tabLst>
              <a:defRPr sz="3700">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HTML-like Syntax</a:t>
            </a:r>
            <a:r>
              <a:t>:</a:t>
            </a:r>
          </a:p>
          <a:p>
            <a:pPr lvl="1" marL="914400" indent="-228600" defTabSz="457200">
              <a:spcBef>
                <a:spcPts val="500"/>
              </a:spcBef>
              <a:buClrTx/>
              <a:buSzPct val="90909"/>
              <a:buFont typeface="Courier New"/>
              <a:buChar char="o"/>
              <a:tabLst>
                <a:tab pos="914400" algn="l"/>
              </a:tabLst>
              <a:defRPr sz="3600">
                <a:uFill>
                  <a:solidFill>
                    <a:srgbClr val="000000"/>
                  </a:solidFill>
                </a:uFill>
              </a:defRPr>
            </a:pPr>
            <a:r>
              <a:t>JSX provides a syntax that closely resembles HTML, making it easier to write and understand the structure of your components.</a:t>
            </a:r>
          </a:p>
          <a:p>
            <a:pPr marL="457200" indent="-228600" defTabSz="457200">
              <a:spcBef>
                <a:spcPts val="500"/>
              </a:spcBef>
              <a:buClrTx/>
              <a:buSzPct val="100000"/>
              <a:buFontTx/>
              <a:buAutoNum type="arabicPeriod" startAt="1"/>
              <a:tabLst>
                <a:tab pos="457200" algn="l"/>
              </a:tabLst>
              <a:defRPr sz="3700">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Embedded JavaScript</a:t>
            </a:r>
            <a:r>
              <a:t>:</a:t>
            </a:r>
          </a:p>
          <a:p>
            <a:pPr lvl="1" marL="914400" indent="-228600" defTabSz="457200">
              <a:spcBef>
                <a:spcPts val="500"/>
              </a:spcBef>
              <a:buClrTx/>
              <a:buSzPct val="90909"/>
              <a:buFont typeface="Courier New"/>
              <a:buChar char="o"/>
              <a:tabLst>
                <a:tab pos="914400" algn="l"/>
              </a:tabLst>
              <a:defRPr sz="3600">
                <a:uFill>
                  <a:solidFill>
                    <a:srgbClr val="000000"/>
                  </a:solidFill>
                </a:uFill>
              </a:defRPr>
            </a:pPr>
            <a:r>
              <a:t>You can embed JavaScript expressions within JSX using curly braces </a:t>
            </a:r>
            <a:r>
              <a:rPr sz="3500">
                <a:latin typeface="Courier New"/>
                <a:ea typeface="Courier New"/>
                <a:cs typeface="Courier New"/>
                <a:sym typeface="Courier New"/>
              </a:rPr>
              <a:t>{}</a:t>
            </a:r>
            <a:r>
              <a:t>. This allows for dynamic rendering and logic within your UI components.</a:t>
            </a:r>
          </a:p>
          <a:p>
            <a:pPr marL="457200" indent="-228600" defTabSz="457200">
              <a:spcBef>
                <a:spcPts val="500"/>
              </a:spcBef>
              <a:buClrTx/>
              <a:buSzPct val="100000"/>
              <a:buFontTx/>
              <a:buAutoNum type="arabicPeriod" startAt="1"/>
              <a:tabLst>
                <a:tab pos="457200" algn="l"/>
              </a:tabLst>
              <a:defRPr sz="3700">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Component-Based</a:t>
            </a:r>
            <a:r>
              <a:t>:</a:t>
            </a:r>
          </a:p>
          <a:p>
            <a:pPr lvl="1" marL="914400" indent="-228600" defTabSz="457200">
              <a:spcBef>
                <a:spcPts val="500"/>
              </a:spcBef>
              <a:buClrTx/>
              <a:buSzPct val="90909"/>
              <a:buFont typeface="Courier New"/>
              <a:buChar char="o"/>
              <a:tabLst>
                <a:tab pos="914400" algn="l"/>
              </a:tabLst>
              <a:defRPr sz="3600">
                <a:uFill>
                  <a:solidFill>
                    <a:srgbClr val="000000"/>
                  </a:solidFill>
                </a:uFill>
              </a:defRPr>
            </a:pPr>
            <a:r>
              <a:t>JSX is designed to work seamlessly with React components, allowing you to create reusable and composable UI elements.</a:t>
            </a:r>
          </a:p>
          <a:p>
            <a:pPr marL="457200" indent="-228600" defTabSz="457200">
              <a:spcBef>
                <a:spcPts val="500"/>
              </a:spcBef>
              <a:buClrTx/>
              <a:buSzPct val="100000"/>
              <a:buFontTx/>
              <a:buAutoNum type="arabicPeriod" startAt="1"/>
              <a:tabLst>
                <a:tab pos="457200" algn="l"/>
              </a:tabLst>
              <a:defRPr sz="3700">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Transpilation</a:t>
            </a:r>
            <a:r>
              <a:t>:</a:t>
            </a:r>
          </a:p>
          <a:p>
            <a:pPr lvl="1" marL="914400" indent="-228600" defTabSz="457200">
              <a:spcBef>
                <a:spcPts val="500"/>
              </a:spcBef>
              <a:buClrTx/>
              <a:buSzPct val="90909"/>
              <a:buFont typeface="Courier New"/>
              <a:buChar char="o"/>
              <a:tabLst>
                <a:tab pos="914400" algn="l"/>
              </a:tabLst>
              <a:defRPr sz="3600">
                <a:uFill>
                  <a:solidFill>
                    <a:srgbClr val="000000"/>
                  </a:solidFill>
                </a:uFill>
              </a:defRPr>
            </a:pPr>
            <a:r>
              <a:t>Since browsers do not natively understand JSX, it needs to be transpiled to regular JavaScript. Tools like Babel or SWC can be used for this purpose, converting JSX into </a:t>
            </a:r>
            <a:r>
              <a:rPr sz="3500">
                <a:latin typeface="Courier New"/>
                <a:ea typeface="Courier New"/>
                <a:cs typeface="Courier New"/>
                <a:sym typeface="Courier New"/>
              </a:rPr>
              <a:t>React.createElement</a:t>
            </a:r>
            <a:r>
              <a:t> calls.</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Why Use JSX?…"/>
          <p:cNvSpPr txBox="1"/>
          <p:nvPr/>
        </p:nvSpPr>
        <p:spPr>
          <a:xfrm>
            <a:off x="933433" y="513378"/>
            <a:ext cx="21374630" cy="114888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500"/>
              </a:spcBef>
              <a:defRPr b="1" sz="5550">
                <a:solidFill>
                  <a:srgbClr val="000000"/>
                </a:solidFill>
                <a:uFill>
                  <a:solidFill>
                    <a:srgbClr val="000000"/>
                  </a:solidFill>
                </a:uFill>
                <a:latin typeface="Times New Roman"/>
                <a:ea typeface="Times New Roman"/>
                <a:cs typeface="Times New Roman"/>
                <a:sym typeface="Times New Roman"/>
              </a:defRPr>
            </a:pPr>
            <a:r>
              <a:t>Why Use JSX?</a:t>
            </a:r>
          </a:p>
          <a:p>
            <a:pPr marL="457200" indent="-228600" defTabSz="457200">
              <a:spcBef>
                <a:spcPts val="500"/>
              </a:spcBef>
              <a:buSzPct val="100000"/>
              <a:buAutoNum type="arabicPeriod" startAt="1"/>
              <a:tabLst>
                <a:tab pos="457200" algn="l"/>
              </a:tabLst>
              <a:defRPr sz="5400">
                <a:solidFill>
                  <a:srgbClr val="000000"/>
                </a:solidFill>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Readability</a:t>
            </a:r>
            <a:r>
              <a:t>:</a:t>
            </a:r>
          </a:p>
          <a:p>
            <a:pPr lvl="1" marL="914400" indent="-228600" defTabSz="457200">
              <a:spcBef>
                <a:spcPts val="500"/>
              </a:spcBef>
              <a:buSzPct val="90909"/>
              <a:buFont typeface="Courier New"/>
              <a:buChar char="o"/>
              <a:tabLst>
                <a:tab pos="914400" algn="l"/>
              </a:tabLst>
              <a:defRPr sz="5300">
                <a:solidFill>
                  <a:srgbClr val="000000"/>
                </a:solidFill>
                <a:uFill>
                  <a:solidFill>
                    <a:srgbClr val="000000"/>
                  </a:solidFill>
                </a:uFill>
                <a:latin typeface="Calibri"/>
                <a:ea typeface="Calibri"/>
                <a:cs typeface="Calibri"/>
                <a:sym typeface="Calibri"/>
              </a:defRPr>
            </a:pPr>
            <a:r>
              <a:t>JSX makes the structure of your React components more readable and intuitive by using a syntax similar to HTML. This reduces the cognitive load when reading and writing UI code.</a:t>
            </a:r>
          </a:p>
          <a:p>
            <a:pPr marL="457200" indent="-228600" defTabSz="457200">
              <a:spcBef>
                <a:spcPts val="500"/>
              </a:spcBef>
              <a:buSzPct val="100000"/>
              <a:buAutoNum type="arabicPeriod" startAt="1"/>
              <a:tabLst>
                <a:tab pos="457200" algn="l"/>
              </a:tabLst>
              <a:defRPr sz="5400">
                <a:solidFill>
                  <a:srgbClr val="000000"/>
                </a:solidFill>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Component Integration</a:t>
            </a:r>
            <a:r>
              <a:t>:</a:t>
            </a:r>
          </a:p>
          <a:p>
            <a:pPr lvl="1" marL="914400" indent="-228600" defTabSz="457200">
              <a:spcBef>
                <a:spcPts val="500"/>
              </a:spcBef>
              <a:buSzPct val="90909"/>
              <a:buFont typeface="Courier New"/>
              <a:buChar char="o"/>
              <a:tabLst>
                <a:tab pos="914400" algn="l"/>
              </a:tabLst>
              <a:defRPr sz="5300">
                <a:solidFill>
                  <a:srgbClr val="000000"/>
                </a:solidFill>
                <a:uFill>
                  <a:solidFill>
                    <a:srgbClr val="000000"/>
                  </a:solidFill>
                </a:uFill>
                <a:latin typeface="Calibri"/>
                <a:ea typeface="Calibri"/>
                <a:cs typeface="Calibri"/>
                <a:sym typeface="Calibri"/>
              </a:defRPr>
            </a:pPr>
            <a:r>
              <a:t>It seamlessly integrates with React’s component model, allowing you to pass props, manage state, and handle events in a declarative manner.</a:t>
            </a:r>
          </a:p>
          <a:p>
            <a:pPr marL="457200" indent="-228600" defTabSz="457200">
              <a:spcBef>
                <a:spcPts val="500"/>
              </a:spcBef>
              <a:buSzPct val="100000"/>
              <a:buAutoNum type="arabicPeriod" startAt="1"/>
              <a:tabLst>
                <a:tab pos="457200" algn="l"/>
              </a:tabLst>
              <a:defRPr sz="5400">
                <a:solidFill>
                  <a:srgbClr val="000000"/>
                </a:solidFill>
                <a:uFill>
                  <a:solidFill>
                    <a:srgbClr val="000000"/>
                  </a:solidFill>
                </a:uFill>
                <a:latin typeface="Times New Roman"/>
                <a:ea typeface="Times New Roman"/>
                <a:cs typeface="Times New Roman"/>
                <a:sym typeface="Times New Roman"/>
              </a:defRPr>
            </a:pPr>
            <a:r>
              <a:rPr b="1">
                <a:latin typeface="Calibri"/>
                <a:ea typeface="Calibri"/>
                <a:cs typeface="Calibri"/>
                <a:sym typeface="Calibri"/>
              </a:rPr>
              <a:t>Dynamic Content</a:t>
            </a:r>
            <a:r>
              <a:t>:</a:t>
            </a:r>
          </a:p>
          <a:p>
            <a:pPr lvl="1" marL="914400" indent="-228600" defTabSz="457200">
              <a:spcBef>
                <a:spcPts val="500"/>
              </a:spcBef>
              <a:buSzPct val="90909"/>
              <a:buFont typeface="Courier New"/>
              <a:buChar char="o"/>
              <a:tabLst>
                <a:tab pos="914400" algn="l"/>
              </a:tabLst>
              <a:defRPr sz="5300">
                <a:solidFill>
                  <a:srgbClr val="000000"/>
                </a:solidFill>
                <a:uFill>
                  <a:solidFill>
                    <a:srgbClr val="000000"/>
                  </a:solidFill>
                </a:uFill>
                <a:latin typeface="Calibri"/>
                <a:ea typeface="Calibri"/>
                <a:cs typeface="Calibri"/>
                <a:sym typeface="Calibri"/>
              </a:defRPr>
            </a:pPr>
            <a:r>
              <a:t>With JSX, you can easily embed JavaScript expressions within your markup, enabling dynamic content rendering and conditional logic.</a:t>
            </a:r>
          </a:p>
          <a:p>
            <a:pPr defTabSz="457200">
              <a:spcBef>
                <a:spcPts val="500"/>
              </a:spcBef>
              <a:defRPr sz="5300">
                <a:solidFill>
                  <a:srgbClr val="000000"/>
                </a:solidFill>
                <a:uFill>
                  <a:solidFill>
                    <a:srgbClr val="000000"/>
                  </a:solidFill>
                </a:uFill>
                <a:latin typeface="Calibri"/>
                <a:ea typeface="Calibri"/>
                <a:cs typeface="Calibri"/>
                <a:sym typeface="Calibri"/>
              </a:defRPr>
            </a:pP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JSX EXPRESSION"/>
          <p:cNvSpPr txBox="1"/>
          <p:nvPr>
            <p:ph type="title"/>
          </p:nvPr>
        </p:nvSpPr>
        <p:spPr>
          <a:prstGeom prst="rect">
            <a:avLst/>
          </a:prstGeom>
        </p:spPr>
        <p:txBody>
          <a:bodyPr/>
          <a:lstStyle/>
          <a:p>
            <a:pPr/>
            <a:r>
              <a:t>JSX EXPRESSION</a:t>
            </a:r>
          </a:p>
        </p:txBody>
      </p:sp>
      <p:sp>
        <p:nvSpPr>
          <p:cNvPr id="333" name="function JsxExpressionExample(){…"/>
          <p:cNvSpPr txBox="1"/>
          <p:nvPr>
            <p:ph type="body" idx="1"/>
          </p:nvPr>
        </p:nvSpPr>
        <p:spPr>
          <a:xfrm>
            <a:off x="1015296" y="2280603"/>
            <a:ext cx="21617952" cy="10806829"/>
          </a:xfrm>
          <a:prstGeom prst="rect">
            <a:avLst/>
          </a:prstGeom>
        </p:spPr>
        <p:txBody>
          <a:bodyPr/>
          <a:lstStyle/>
          <a:p>
            <a:pPr marL="0" indent="0" defTabSz="411479">
              <a:spcBef>
                <a:spcPts val="0"/>
              </a:spcBef>
              <a:buClrTx/>
              <a:buSzTx/>
              <a:buFontTx/>
              <a:buNone/>
              <a:defRPr sz="4230">
                <a:solidFill>
                  <a:srgbClr val="795E26"/>
                </a:solidFill>
                <a:latin typeface="Menlo Regular"/>
                <a:ea typeface="Menlo Regular"/>
                <a:cs typeface="Menlo Regular"/>
                <a:sym typeface="Menlo Regular"/>
              </a:defRPr>
            </a:pPr>
            <a:r>
              <a:rPr>
                <a:solidFill>
                  <a:srgbClr val="0000FF"/>
                </a:solidFill>
              </a:rPr>
              <a:t>function</a:t>
            </a:r>
            <a:r>
              <a:rPr>
                <a:solidFill>
                  <a:srgbClr val="3B3B3B"/>
                </a:solidFill>
              </a:rPr>
              <a:t> </a:t>
            </a:r>
            <a:r>
              <a:t>JsxExpressionExample</a:t>
            </a:r>
            <a:r>
              <a:rPr>
                <a:solidFill>
                  <a:srgbClr val="3B3B3B"/>
                </a:solidFill>
              </a:rPr>
              <a:t>(){</a:t>
            </a:r>
            <a:endParaRPr>
              <a:solidFill>
                <a:srgbClr val="3B3B3B"/>
              </a:solidFill>
            </a:endParaRP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p>
          <a:p>
            <a:pPr marL="0" indent="0" defTabSz="411479">
              <a:spcBef>
                <a:spcPts val="0"/>
              </a:spcBef>
              <a:buClrTx/>
              <a:buSzTx/>
              <a:buFontTx/>
              <a:buNone/>
              <a:defRPr sz="4230">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let</a:t>
            </a:r>
            <a:r>
              <a:rPr>
                <a:solidFill>
                  <a:srgbClr val="3B3B3B"/>
                </a:solidFill>
              </a:rPr>
              <a:t> </a:t>
            </a:r>
            <a:r>
              <a:t>StudnetName</a:t>
            </a:r>
            <a:r>
              <a:rPr>
                <a:solidFill>
                  <a:srgbClr val="3B3B3B"/>
                </a:solidFill>
              </a:rPr>
              <a:t>=</a:t>
            </a:r>
            <a:r>
              <a:rPr>
                <a:solidFill>
                  <a:srgbClr val="A31515"/>
                </a:solidFill>
              </a:rPr>
              <a:t>"hari"</a:t>
            </a:r>
            <a:r>
              <a:rPr>
                <a:solidFill>
                  <a:srgbClr val="3B3B3B"/>
                </a:solidFill>
              </a:rPr>
              <a:t>;</a:t>
            </a:r>
            <a:endParaRPr>
              <a:solidFill>
                <a:srgbClr val="3B3B3B"/>
              </a:solidFill>
            </a:endParaRPr>
          </a:p>
          <a:p>
            <a:pPr marL="0" indent="0" defTabSz="411479">
              <a:spcBef>
                <a:spcPts val="0"/>
              </a:spcBef>
              <a:buClrTx/>
              <a:buSzTx/>
              <a:buFontTx/>
              <a:buNone/>
              <a:defRPr sz="4230">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a:t>
            </a:r>
            <a:endParaRPr>
              <a:solidFill>
                <a:srgbClr val="3B3B3B"/>
              </a:solidFill>
            </a:endParaRP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&lt;&gt;</a:t>
            </a:r>
          </a:p>
          <a:p>
            <a:pPr lvl="2" marL="0" indent="822959"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&lt;p&gt;</a:t>
            </a:r>
          </a:p>
          <a:p>
            <a:pPr lvl="7" marL="0" indent="2880359" defTabSz="411479">
              <a:spcBef>
                <a:spcPts val="0"/>
              </a:spcBef>
              <a:buSzTx/>
              <a:buNone/>
              <a:defRPr sz="4230">
                <a:solidFill>
                  <a:srgbClr val="3B3B3B"/>
                </a:solidFill>
                <a:latin typeface="Menlo Regular"/>
                <a:ea typeface="Menlo Regular"/>
                <a:cs typeface="Menlo Regular"/>
                <a:sym typeface="Menlo Regular"/>
              </a:defRPr>
            </a:pPr>
            <a:r>
              <a:t>    This is JSX Expression Example</a:t>
            </a:r>
          </a:p>
          <a:p>
            <a:pPr lvl="7" marL="0" indent="2880359" defTabSz="411479">
              <a:spcBef>
                <a:spcPts val="0"/>
              </a:spcBef>
              <a:buSzTx/>
              <a:buNone/>
              <a:defRPr sz="4230">
                <a:solidFill>
                  <a:srgbClr val="3B3B3B"/>
                </a:solidFill>
                <a:latin typeface="Menlo Regular"/>
                <a:ea typeface="Menlo Regular"/>
                <a:cs typeface="Menlo Regular"/>
                <a:sym typeface="Menlo Regular"/>
              </a:defRPr>
            </a:pPr>
            <a:r>
              <a:t>    jsx Expression allows us to embed JavaScript </a:t>
            </a:r>
          </a:p>
          <a:p>
            <a:pPr lvl="7" marL="0" indent="2880359" defTabSz="411479">
              <a:spcBef>
                <a:spcPts val="0"/>
              </a:spcBef>
              <a:buSzTx/>
              <a:buNone/>
              <a:defRPr sz="4230">
                <a:solidFill>
                  <a:srgbClr val="3B3B3B"/>
                </a:solidFill>
                <a:latin typeface="Menlo Regular"/>
                <a:ea typeface="Menlo Regular"/>
                <a:cs typeface="Menlo Regular"/>
                <a:sym typeface="Menlo Regular"/>
              </a:defRPr>
            </a:pPr>
            <a:r>
              <a:t>    expressions inside curly braces </a:t>
            </a:r>
            <a:r>
              <a:rPr>
                <a:solidFill>
                  <a:srgbClr val="0000FF"/>
                </a:solidFill>
              </a:rPr>
              <a:t>{</a:t>
            </a:r>
            <a:r>
              <a:t> </a:t>
            </a:r>
            <a:r>
              <a:rPr>
                <a:solidFill>
                  <a:srgbClr val="0000FF"/>
                </a:solidFill>
              </a:rPr>
              <a:t>}</a:t>
            </a:r>
            <a:r>
              <a:t> within JSX code.</a:t>
            </a:r>
          </a:p>
          <a:p>
            <a:pPr lvl="2" marL="0" indent="822959"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&lt;/p&gt;</a:t>
            </a:r>
          </a:p>
          <a:p>
            <a:pPr marL="0" indent="0" defTabSz="411479">
              <a:spcBef>
                <a:spcPts val="0"/>
              </a:spcBef>
              <a:buClrTx/>
              <a:buSzTx/>
              <a:buFontTx/>
              <a:buNone/>
              <a:defRPr sz="4230">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a:t>
            </a:r>
            <a:r>
              <a:t>StudnetName</a:t>
            </a:r>
            <a:r>
              <a:rPr>
                <a:solidFill>
                  <a:srgbClr val="0000FF"/>
                </a:solidFill>
              </a:rPr>
              <a:t>}</a:t>
            </a:r>
            <a:endParaRPr>
              <a:solidFill>
                <a:srgbClr val="3B3B3B"/>
              </a:solidFill>
            </a:endParaRPr>
          </a:p>
          <a:p>
            <a:pPr marL="0" indent="0" defTabSz="411479">
              <a:spcBef>
                <a:spcPts val="0"/>
              </a:spcBef>
              <a:buClrTx/>
              <a:buSzTx/>
              <a:buFontTx/>
              <a:buNone/>
              <a:defRPr sz="4230">
                <a:solidFill>
                  <a:srgbClr val="800000"/>
                </a:solidFill>
                <a:latin typeface="Menlo Regular"/>
                <a:ea typeface="Menlo Regular"/>
                <a:cs typeface="Menlo Regular"/>
                <a:sym typeface="Menlo Regular"/>
              </a:defRPr>
            </a:pPr>
            <a:r>
              <a:t>&lt;/&gt;</a:t>
            </a:r>
            <a:endParaRPr>
              <a:solidFill>
                <a:srgbClr val="3B3B3B"/>
              </a:solidFill>
            </a:endParaRP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a:t>
            </a:r>
          </a:p>
          <a:p>
            <a:pPr marL="0" indent="0" defTabSz="411479">
              <a:spcBef>
                <a:spcPts val="0"/>
              </a:spcBef>
              <a:buClrTx/>
              <a:buSzTx/>
              <a:buFontTx/>
              <a:buNone/>
              <a:defRPr sz="4230">
                <a:solidFill>
                  <a:srgbClr val="795E26"/>
                </a:solidFill>
                <a:latin typeface="Menlo Regular"/>
                <a:ea typeface="Menlo Regular"/>
                <a:cs typeface="Menlo Regular"/>
                <a:sym typeface="Menlo Regular"/>
              </a:defRPr>
            </a:pPr>
            <a:r>
              <a:rPr>
                <a:solidFill>
                  <a:srgbClr val="AF00DB"/>
                </a:solidFill>
              </a:rPr>
              <a:t>export</a:t>
            </a:r>
            <a:r>
              <a:rPr>
                <a:solidFill>
                  <a:srgbClr val="3B3B3B"/>
                </a:solidFill>
              </a:rPr>
              <a:t> </a:t>
            </a:r>
            <a:r>
              <a:rPr>
                <a:solidFill>
                  <a:srgbClr val="AF00DB"/>
                </a:solidFill>
              </a:rPr>
              <a:t>default</a:t>
            </a:r>
            <a:r>
              <a:rPr>
                <a:solidFill>
                  <a:srgbClr val="3B3B3B"/>
                </a:solidFill>
              </a:rPr>
              <a:t> </a:t>
            </a:r>
            <a:r>
              <a:t>JsxExpressionExample</a:t>
            </a:r>
            <a:r>
              <a:rPr>
                <a:solidFill>
                  <a:srgbClr val="3B3B3B"/>
                </a:solidFill>
              </a:rPr>
              <a:t>;</a:t>
            </a:r>
            <a:endParaRPr>
              <a:solidFill>
                <a:srgbClr val="3B3B3B"/>
              </a:solidFill>
            </a:endParaRP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SPREAD OPERATOR"/>
          <p:cNvSpPr txBox="1"/>
          <p:nvPr>
            <p:ph type="title"/>
          </p:nvPr>
        </p:nvSpPr>
        <p:spPr>
          <a:xfrm>
            <a:off x="3962399" y="-257893"/>
            <a:ext cx="16459201" cy="2286001"/>
          </a:xfrm>
          <a:prstGeom prst="rect">
            <a:avLst/>
          </a:prstGeom>
        </p:spPr>
        <p:txBody>
          <a:bodyPr/>
          <a:lstStyle/>
          <a:p>
            <a:pPr/>
            <a:r>
              <a:t>SPREAD OPERATOR</a:t>
            </a:r>
          </a:p>
        </p:txBody>
      </p:sp>
      <p:sp>
        <p:nvSpPr>
          <p:cNvPr id="336" name="function SpreadOperatoExample(){…"/>
          <p:cNvSpPr txBox="1"/>
          <p:nvPr>
            <p:ph type="body" idx="1"/>
          </p:nvPr>
        </p:nvSpPr>
        <p:spPr>
          <a:xfrm>
            <a:off x="752496" y="1905175"/>
            <a:ext cx="23066355" cy="12407162"/>
          </a:xfrm>
          <a:prstGeom prst="rect">
            <a:avLst/>
          </a:prstGeom>
        </p:spPr>
        <p:txBody>
          <a:bodyPr/>
          <a:lstStyle/>
          <a:p>
            <a:pPr marL="0" indent="0" defTabSz="457200">
              <a:spcBef>
                <a:spcPts val="0"/>
              </a:spcBef>
              <a:buClrTx/>
              <a:buSzTx/>
              <a:buFontTx/>
              <a:buNone/>
              <a:defRPr sz="3200">
                <a:solidFill>
                  <a:srgbClr val="795E26"/>
                </a:solidFill>
                <a:latin typeface="Menlo Regular"/>
                <a:ea typeface="Menlo Regular"/>
                <a:cs typeface="Menlo Regular"/>
                <a:sym typeface="Menlo Regular"/>
              </a:defRPr>
            </a:pPr>
            <a:r>
              <a:rPr>
                <a:solidFill>
                  <a:srgbClr val="0000FF"/>
                </a:solidFill>
              </a:rPr>
              <a:t>function</a:t>
            </a:r>
            <a:r>
              <a:rPr>
                <a:solidFill>
                  <a:srgbClr val="3B3B3B"/>
                </a:solidFill>
              </a:rPr>
              <a:t> </a:t>
            </a:r>
            <a:r>
              <a:t>SpreadOperatoExample</a:t>
            </a:r>
            <a:r>
              <a:rPr>
                <a:solidFill>
                  <a:srgbClr val="3B3B3B"/>
                </a:solidFill>
              </a:rPr>
              <a:t>(){</a:t>
            </a:r>
            <a:endParaRPr>
              <a:solidFill>
                <a:srgbClr val="3B3B3B"/>
              </a:solidFill>
            </a:endParaRP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p>
          <a:p>
            <a:pPr marL="0" indent="0" defTabSz="457200">
              <a:spcBef>
                <a:spcPts val="0"/>
              </a:spcBef>
              <a:buClrTx/>
              <a:buSzTx/>
              <a:buFontTx/>
              <a:buNone/>
              <a:defRPr sz="3200">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let</a:t>
            </a:r>
            <a:r>
              <a:rPr>
                <a:solidFill>
                  <a:srgbClr val="3B3B3B"/>
                </a:solidFill>
              </a:rPr>
              <a:t> </a:t>
            </a:r>
            <a:r>
              <a:t>array1</a:t>
            </a:r>
            <a:r>
              <a:rPr>
                <a:solidFill>
                  <a:srgbClr val="3B3B3B"/>
                </a:solidFill>
              </a:rPr>
              <a:t>=[</a:t>
            </a:r>
            <a:r>
              <a:rPr>
                <a:solidFill>
                  <a:srgbClr val="A31515"/>
                </a:solidFill>
              </a:rPr>
              <a:t>"hari"</a:t>
            </a:r>
            <a:r>
              <a:rPr>
                <a:solidFill>
                  <a:srgbClr val="3B3B3B"/>
                </a:solidFill>
              </a:rPr>
              <a:t>, </a:t>
            </a:r>
            <a:r>
              <a:rPr>
                <a:solidFill>
                  <a:srgbClr val="A31515"/>
                </a:solidFill>
              </a:rPr>
              <a:t>"siri"</a:t>
            </a:r>
            <a:r>
              <a:rPr>
                <a:solidFill>
                  <a:srgbClr val="3B3B3B"/>
                </a:solidFill>
              </a:rPr>
              <a:t>, </a:t>
            </a:r>
            <a:r>
              <a:rPr>
                <a:solidFill>
                  <a:srgbClr val="A31515"/>
                </a:solidFill>
              </a:rPr>
              <a:t>"ramu"</a:t>
            </a:r>
            <a:r>
              <a:rPr>
                <a:solidFill>
                  <a:srgbClr val="3B3B3B"/>
                </a:solidFill>
              </a:rPr>
              <a:t>];</a:t>
            </a:r>
            <a:endParaRPr>
              <a:solidFill>
                <a:srgbClr val="3B3B3B"/>
              </a:solidFill>
            </a:endParaRPr>
          </a:p>
          <a:p>
            <a:pPr marL="0" indent="0" defTabSz="457200">
              <a:spcBef>
                <a:spcPts val="0"/>
              </a:spcBef>
              <a:buClrTx/>
              <a:buSzTx/>
              <a:buFontTx/>
              <a:buNone/>
              <a:defRPr sz="3200">
                <a:solidFill>
                  <a:srgbClr val="A31515"/>
                </a:solidFill>
                <a:latin typeface="Menlo Regular"/>
                <a:ea typeface="Menlo Regular"/>
                <a:cs typeface="Menlo Regular"/>
                <a:sym typeface="Menlo Regular"/>
              </a:defRPr>
            </a:pPr>
            <a:r>
              <a:rPr>
                <a:solidFill>
                  <a:srgbClr val="3B3B3B"/>
                </a:solidFill>
              </a:rPr>
              <a:t>    </a:t>
            </a:r>
            <a:r>
              <a:rPr>
                <a:solidFill>
                  <a:srgbClr val="0000FF"/>
                </a:solidFill>
              </a:rPr>
              <a:t>let</a:t>
            </a:r>
            <a:r>
              <a:rPr>
                <a:solidFill>
                  <a:srgbClr val="3B3B3B"/>
                </a:solidFill>
              </a:rPr>
              <a:t> </a:t>
            </a:r>
            <a:r>
              <a:rPr>
                <a:solidFill>
                  <a:srgbClr val="001080"/>
                </a:solidFill>
              </a:rPr>
              <a:t>array2</a:t>
            </a:r>
            <a:r>
              <a:rPr>
                <a:solidFill>
                  <a:srgbClr val="3B3B3B"/>
                </a:solidFill>
              </a:rPr>
              <a:t>=[</a:t>
            </a:r>
            <a:r>
              <a:t>"siva"</a:t>
            </a:r>
            <a:r>
              <a:rPr>
                <a:solidFill>
                  <a:srgbClr val="3B3B3B"/>
                </a:solidFill>
              </a:rPr>
              <a:t>,</a:t>
            </a:r>
            <a:r>
              <a:t>"balu"</a:t>
            </a:r>
            <a:r>
              <a:rPr>
                <a:solidFill>
                  <a:srgbClr val="3B3B3B"/>
                </a:solidFill>
              </a:rPr>
              <a:t>,</a:t>
            </a:r>
            <a:r>
              <a:t>"kiran"</a:t>
            </a:r>
            <a:r>
              <a:rPr>
                <a:solidFill>
                  <a:srgbClr val="3B3B3B"/>
                </a:solidFill>
              </a:rPr>
              <a:t>];</a:t>
            </a:r>
            <a:endParaRPr>
              <a:solidFill>
                <a:srgbClr val="3B3B3B"/>
              </a:solidFill>
            </a:endParaRPr>
          </a:p>
          <a:p>
            <a:pPr marL="0" indent="0" defTabSz="457200">
              <a:spcBef>
                <a:spcPts val="0"/>
              </a:spcBef>
              <a:buClrTx/>
              <a:buSzTx/>
              <a:buFontTx/>
              <a:buNone/>
              <a:defRPr sz="3200">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let</a:t>
            </a:r>
            <a:r>
              <a:rPr>
                <a:solidFill>
                  <a:srgbClr val="3B3B3B"/>
                </a:solidFill>
              </a:rPr>
              <a:t> </a:t>
            </a:r>
            <a:r>
              <a:t>SpreadedArray</a:t>
            </a:r>
            <a:r>
              <a:rPr>
                <a:solidFill>
                  <a:srgbClr val="3B3B3B"/>
                </a:solidFill>
              </a:rPr>
              <a:t>=[...</a:t>
            </a:r>
            <a:r>
              <a:t>array1</a:t>
            </a:r>
            <a:r>
              <a:rPr>
                <a:solidFill>
                  <a:srgbClr val="3B3B3B"/>
                </a:solidFill>
              </a:rPr>
              <a:t>,...</a:t>
            </a:r>
            <a:r>
              <a:t>array2</a:t>
            </a:r>
            <a:r>
              <a:rPr>
                <a:solidFill>
                  <a:srgbClr val="3B3B3B"/>
                </a:solidFill>
              </a:rPr>
              <a:t>]</a:t>
            </a:r>
            <a:endParaRPr>
              <a:solidFill>
                <a:srgbClr val="3B3B3B"/>
              </a:solidFill>
            </a:endParaRPr>
          </a:p>
          <a:p>
            <a:pPr marL="0" indent="0" defTabSz="457200">
              <a:spcBef>
                <a:spcPts val="0"/>
              </a:spcBef>
              <a:buClrTx/>
              <a:buSzTx/>
              <a:buFontTx/>
              <a:buNone/>
              <a:defRPr sz="3200">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a:t>
            </a:r>
            <a:endParaRPr>
              <a:solidFill>
                <a:srgbClr val="3B3B3B"/>
              </a:solidFill>
            </a:endParaRP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r>
              <a:rPr>
                <a:solidFill>
                  <a:srgbClr val="800000"/>
                </a:solidFill>
              </a:rPr>
              <a:t>&lt;&gt;</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r>
              <a:rPr>
                <a:solidFill>
                  <a:srgbClr val="800000"/>
                </a:solidFill>
              </a:rPr>
              <a:t>&lt;h1&gt;</a:t>
            </a:r>
            <a:r>
              <a:t>SpreadedArray</a:t>
            </a:r>
            <a:r>
              <a:rPr>
                <a:solidFill>
                  <a:srgbClr val="800000"/>
                </a:solidFill>
              </a:rPr>
              <a:t>&lt;/h1&gt;</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The Spread operator (...) allows an iterable such </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as an array or string to be expanded in places where </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zero or more arguments (for function calls) or </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elements (for array literals) are expected.</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3200">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a:t>
            </a:r>
            <a:r>
              <a:t>SpreadedArray</a:t>
            </a:r>
            <a:r>
              <a:rPr>
                <a:solidFill>
                  <a:srgbClr val="0000FF"/>
                </a:solidFill>
              </a:rPr>
              <a:t>}</a:t>
            </a:r>
            <a:endParaRPr>
              <a:solidFill>
                <a:srgbClr val="3B3B3B"/>
              </a:solidFill>
            </a:endParaRP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3200">
                <a:solidFill>
                  <a:srgbClr val="800000"/>
                </a:solidFill>
                <a:latin typeface="Menlo Regular"/>
                <a:ea typeface="Menlo Regular"/>
                <a:cs typeface="Menlo Regular"/>
                <a:sym typeface="Menlo Regular"/>
              </a:defRPr>
            </a:pPr>
            <a:r>
              <a:t>&lt;/&gt;</a:t>
            </a:r>
            <a:endParaRPr>
              <a:solidFill>
                <a:srgbClr val="3B3B3B"/>
              </a:solidFill>
            </a:endParaRP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r>
              <a:t>}</a:t>
            </a:r>
          </a:p>
          <a:p>
            <a:pPr marL="0" indent="0" defTabSz="457200">
              <a:spcBef>
                <a:spcPts val="0"/>
              </a:spcBef>
              <a:buClrTx/>
              <a:buSzTx/>
              <a:buFontTx/>
              <a:buNone/>
              <a:defRPr sz="3200">
                <a:solidFill>
                  <a:srgbClr val="795E26"/>
                </a:solidFill>
                <a:latin typeface="Menlo Regular"/>
                <a:ea typeface="Menlo Regular"/>
                <a:cs typeface="Menlo Regular"/>
                <a:sym typeface="Menlo Regular"/>
              </a:defRPr>
            </a:pPr>
            <a:r>
              <a:rPr>
                <a:solidFill>
                  <a:srgbClr val="AF00DB"/>
                </a:solidFill>
              </a:rPr>
              <a:t>export</a:t>
            </a:r>
            <a:r>
              <a:rPr>
                <a:solidFill>
                  <a:srgbClr val="3B3B3B"/>
                </a:solidFill>
              </a:rPr>
              <a:t> </a:t>
            </a:r>
            <a:r>
              <a:rPr>
                <a:solidFill>
                  <a:srgbClr val="AF00DB"/>
                </a:solidFill>
              </a:rPr>
              <a:t>default</a:t>
            </a:r>
            <a:r>
              <a:rPr>
                <a:solidFill>
                  <a:srgbClr val="3B3B3B"/>
                </a:solidFill>
              </a:rPr>
              <a:t> </a:t>
            </a:r>
            <a:r>
              <a:t>SpreadOperatoExample</a:t>
            </a:r>
            <a:r>
              <a:rPr>
                <a:solidFill>
                  <a:srgbClr val="3B3B3B"/>
                </a:solidFill>
              </a:rPr>
              <a:t>;</a:t>
            </a:r>
            <a:endParaRPr>
              <a:solidFill>
                <a:srgbClr val="3B3B3B"/>
              </a:solidFill>
            </a:endParaRPr>
          </a:p>
          <a:p>
            <a:pPr marL="0" indent="0" defTabSz="457200">
              <a:spcBef>
                <a:spcPts val="0"/>
              </a:spcBef>
              <a:buClrTx/>
              <a:buSzTx/>
              <a:buFontTx/>
              <a:buNone/>
              <a:defRPr sz="3200">
                <a:solidFill>
                  <a:srgbClr val="3B3B3B"/>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DESTRUCTURING"/>
          <p:cNvSpPr txBox="1"/>
          <p:nvPr>
            <p:ph type="title"/>
          </p:nvPr>
        </p:nvSpPr>
        <p:spPr>
          <a:prstGeom prst="rect">
            <a:avLst/>
          </a:prstGeom>
        </p:spPr>
        <p:txBody>
          <a:bodyPr/>
          <a:lstStyle/>
          <a:p>
            <a:pPr/>
            <a:r>
              <a:t>DESTRUCTURING</a:t>
            </a:r>
          </a:p>
        </p:txBody>
      </p:sp>
      <p:sp>
        <p:nvSpPr>
          <p:cNvPr id="339" name="import Home from &quot;../Home/Home&quot;;…"/>
          <p:cNvSpPr txBox="1"/>
          <p:nvPr>
            <p:ph type="body" idx="1"/>
          </p:nvPr>
        </p:nvSpPr>
        <p:spPr>
          <a:xfrm>
            <a:off x="733725" y="1717462"/>
            <a:ext cx="22284996" cy="12679273"/>
          </a:xfrm>
          <a:prstGeom prst="rect">
            <a:avLst/>
          </a:prstGeom>
        </p:spPr>
        <p:txBody>
          <a:bodyPr/>
          <a:lstStyle/>
          <a:p>
            <a:pPr marL="0" indent="0" defTabSz="457200">
              <a:spcBef>
                <a:spcPts val="0"/>
              </a:spcBef>
              <a:buClrTx/>
              <a:buSzTx/>
              <a:buFontTx/>
              <a:buNone/>
              <a:defRPr sz="2600">
                <a:solidFill>
                  <a:srgbClr val="A31515"/>
                </a:solidFill>
                <a:latin typeface="Menlo Regular"/>
                <a:ea typeface="Menlo Regular"/>
                <a:cs typeface="Menlo Regular"/>
                <a:sym typeface="Menlo Regular"/>
              </a:defRPr>
            </a:pPr>
            <a:r>
              <a:rPr>
                <a:solidFill>
                  <a:srgbClr val="AF00DB"/>
                </a:solidFill>
              </a:rPr>
              <a:t>import</a:t>
            </a:r>
            <a:r>
              <a:rPr>
                <a:solidFill>
                  <a:srgbClr val="3B3B3B"/>
                </a:solidFill>
              </a:rPr>
              <a:t> </a:t>
            </a:r>
            <a:r>
              <a:rPr>
                <a:solidFill>
                  <a:srgbClr val="001080"/>
                </a:solidFill>
              </a:rPr>
              <a:t>Home</a:t>
            </a:r>
            <a:r>
              <a:rPr>
                <a:solidFill>
                  <a:srgbClr val="3B3B3B"/>
                </a:solidFill>
              </a:rPr>
              <a:t> </a:t>
            </a:r>
            <a:r>
              <a:rPr>
                <a:solidFill>
                  <a:srgbClr val="AF00DB"/>
                </a:solidFill>
              </a:rPr>
              <a:t>from</a:t>
            </a:r>
            <a:r>
              <a:rPr>
                <a:solidFill>
                  <a:srgbClr val="3B3B3B"/>
                </a:solidFill>
              </a:rPr>
              <a:t> </a:t>
            </a:r>
            <a:r>
              <a:t>"../Home/Home"</a:t>
            </a:r>
            <a:r>
              <a:rPr>
                <a:solidFill>
                  <a:srgbClr val="3B3B3B"/>
                </a:solidFill>
              </a:rPr>
              <a:t>;</a:t>
            </a:r>
            <a:endParaRPr>
              <a:solidFill>
                <a:srgbClr val="3B3B3B"/>
              </a:solidFill>
            </a:endParaRPr>
          </a:p>
          <a:p>
            <a:pPr marL="0" indent="0" defTabSz="457200">
              <a:spcBef>
                <a:spcPts val="0"/>
              </a:spcBef>
              <a:buClrTx/>
              <a:buSzTx/>
              <a:buFontTx/>
              <a:buNone/>
              <a:defRPr sz="2600">
                <a:solidFill>
                  <a:srgbClr val="A31515"/>
                </a:solidFill>
                <a:latin typeface="Menlo Regular"/>
                <a:ea typeface="Menlo Regular"/>
                <a:cs typeface="Menlo Regular"/>
                <a:sym typeface="Menlo Regular"/>
              </a:defRPr>
            </a:pPr>
            <a:r>
              <a:rPr>
                <a:solidFill>
                  <a:srgbClr val="AF00DB"/>
                </a:solidFill>
              </a:rPr>
              <a:t>import</a:t>
            </a:r>
            <a:r>
              <a:t>"./Landing.css"</a:t>
            </a:r>
            <a:r>
              <a:rPr>
                <a:solidFill>
                  <a:srgbClr val="3B3B3B"/>
                </a:solidFill>
              </a:rPr>
              <a:t>;</a:t>
            </a:r>
            <a:endParaRPr>
              <a:solidFill>
                <a:srgbClr val="3B3B3B"/>
              </a:solidFill>
            </a:endParaRPr>
          </a:p>
          <a:p>
            <a:pPr marL="0" indent="0" defTabSz="457200">
              <a:spcBef>
                <a:spcPts val="0"/>
              </a:spcBef>
              <a:buClrTx/>
              <a:buSzTx/>
              <a:buFontTx/>
              <a:buNone/>
              <a:defRPr sz="2600">
                <a:solidFill>
                  <a:srgbClr val="795E26"/>
                </a:solidFill>
                <a:latin typeface="Menlo Regular"/>
                <a:ea typeface="Menlo Regular"/>
                <a:cs typeface="Menlo Regular"/>
                <a:sym typeface="Menlo Regular"/>
              </a:defRPr>
            </a:pPr>
            <a:r>
              <a:rPr>
                <a:solidFill>
                  <a:srgbClr val="0000FF"/>
                </a:solidFill>
              </a:rPr>
              <a:t>function</a:t>
            </a:r>
            <a:r>
              <a:rPr>
                <a:solidFill>
                  <a:srgbClr val="3B3B3B"/>
                </a:solidFill>
              </a:rPr>
              <a:t> </a:t>
            </a:r>
            <a:r>
              <a:t>DestructuringExample</a:t>
            </a:r>
            <a:r>
              <a:rPr>
                <a:solidFill>
                  <a:srgbClr val="3B3B3B"/>
                </a:solidFill>
              </a:rPr>
              <a:t>() {</a:t>
            </a:r>
            <a:endParaRPr>
              <a:solidFill>
                <a:srgbClr val="3B3B3B"/>
              </a:solidFill>
            </a:endParaR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p>
          <a:p>
            <a:pPr marL="0" indent="0" defTabSz="457200">
              <a:spcBef>
                <a:spcPts val="0"/>
              </a:spcBef>
              <a:buClrTx/>
              <a:buSzTx/>
              <a:buFontTx/>
              <a:buNone/>
              <a:defRPr sz="2600">
                <a:solidFill>
                  <a:srgbClr val="0070C1"/>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t>students</a:t>
            </a:r>
            <a:r>
              <a:rPr>
                <a:solidFill>
                  <a:srgbClr val="3B3B3B"/>
                </a:solidFill>
              </a:rPr>
              <a:t> = {</a:t>
            </a:r>
            <a:endParaRPr>
              <a:solidFill>
                <a:srgbClr val="3B3B3B"/>
              </a:solidFill>
            </a:endParaR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001080"/>
                </a:solidFill>
              </a:rPr>
              <a:t>names:</a:t>
            </a:r>
            <a:r>
              <a:t> [</a:t>
            </a:r>
            <a:r>
              <a:rPr>
                <a:solidFill>
                  <a:srgbClr val="A31515"/>
                </a:solidFill>
              </a:rPr>
              <a:t>"hari"</a:t>
            </a:r>
            <a:r>
              <a:t>, </a:t>
            </a:r>
            <a:r>
              <a:rPr>
                <a:solidFill>
                  <a:srgbClr val="A31515"/>
                </a:solidFill>
              </a:rPr>
              <a:t>"siri"</a:t>
            </a:r>
            <a:r>
              <a:t>, </a:t>
            </a:r>
            <a:r>
              <a:rPr>
                <a:solidFill>
                  <a:srgbClr val="A31515"/>
                </a:solidFill>
              </a:rPr>
              <a:t>"ramu"</a:t>
            </a:r>
            <a:r>
              <a:t>, </a:t>
            </a:r>
            <a:r>
              <a:rPr>
                <a:solidFill>
                  <a:srgbClr val="A31515"/>
                </a:solidFill>
              </a:rPr>
              <a:t>"siva"</a:t>
            </a:r>
            <a:r>
              <a:t>, </a:t>
            </a:r>
            <a:r>
              <a:rPr>
                <a:solidFill>
                  <a:srgbClr val="A31515"/>
                </a:solidFill>
              </a:rPr>
              <a:t>"balu"</a:t>
            </a:r>
            <a:r>
              <a:t>, </a:t>
            </a:r>
            <a:r>
              <a:rPr>
                <a:solidFill>
                  <a:srgbClr val="A31515"/>
                </a:solidFill>
              </a:rPr>
              <a:t>"kiran"</a:t>
            </a:r>
            <a:r>
              <a: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p>
          <a:p>
            <a:pPr marL="0" indent="0" defTabSz="457200">
              <a:spcBef>
                <a:spcPts val="0"/>
              </a:spcBef>
              <a:buClrTx/>
              <a:buSzTx/>
              <a:buFontTx/>
              <a:buNone/>
              <a:defRPr sz="2600">
                <a:solidFill>
                  <a:srgbClr val="008000"/>
                </a:solidFill>
                <a:latin typeface="Menlo Regular"/>
                <a:ea typeface="Menlo Regular"/>
                <a:cs typeface="Menlo Regular"/>
                <a:sym typeface="Menlo Regular"/>
              </a:defRPr>
            </a:pPr>
            <a:r>
              <a:rPr>
                <a:solidFill>
                  <a:srgbClr val="3B3B3B"/>
                </a:solidFill>
              </a:rPr>
              <a:t>    </a:t>
            </a:r>
            <a:r>
              <a:t>// Destructuring from ONE JSON object</a:t>
            </a:r>
            <a:endParaRPr>
              <a:solidFill>
                <a:srgbClr val="3B3B3B"/>
              </a:solidFill>
            </a:endParaRPr>
          </a:p>
          <a:p>
            <a:pPr marL="0" indent="0" defTabSz="457200">
              <a:spcBef>
                <a:spcPts val="0"/>
              </a:spcBef>
              <a:buClrTx/>
              <a:buSzTx/>
              <a:buFontTx/>
              <a:buNone/>
              <a:defRPr sz="2600">
                <a:solidFill>
                  <a:srgbClr val="0070C1"/>
                </a:solidFill>
                <a:latin typeface="Menlo Regular"/>
                <a:ea typeface="Menlo Regular"/>
                <a:cs typeface="Menlo Regular"/>
                <a:sym typeface="Menlo Regular"/>
              </a:defRPr>
            </a:pPr>
            <a:r>
              <a:rPr>
                <a:solidFill>
                  <a:srgbClr val="3B3B3B"/>
                </a:solidFill>
              </a:rPr>
              <a:t> const [first, second, ...others] = names;</a:t>
            </a:r>
            <a:endParaRPr>
              <a:solidFill>
                <a:srgbClr val="3B3B3B"/>
              </a:solidFill>
            </a:endParaRPr>
          </a:p>
          <a:p>
            <a:pPr marL="0" indent="0" defTabSz="457200">
              <a:spcBef>
                <a:spcPts val="0"/>
              </a:spcBef>
              <a:buClrTx/>
              <a:buSzTx/>
              <a:buFontTx/>
              <a:buNone/>
              <a:defRPr sz="2600">
                <a:solidFill>
                  <a:srgbClr val="0070C1"/>
                </a:solidFill>
                <a:latin typeface="Menlo Regular"/>
                <a:ea typeface="Menlo Regular"/>
                <a:cs typeface="Menlo Regular"/>
                <a:sym typeface="Menlo Regular"/>
              </a:defRPr>
            </a:pPr>
            <a:endParaRPr>
              <a:solidFill>
                <a:srgbClr val="3B3B3B"/>
              </a:solidFill>
            </a:endParaR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p>
          <a:p>
            <a:pPr marL="0" indent="0" defTabSz="457200">
              <a:spcBef>
                <a:spcPts val="0"/>
              </a:spcBef>
              <a:buClrTx/>
              <a:buSzTx/>
              <a:buFontTx/>
              <a:buNone/>
              <a:defRPr sz="2600">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 (</a:t>
            </a:r>
            <a:endParaRPr>
              <a:solidFill>
                <a:srgbClr val="3B3B3B"/>
              </a:solidFill>
            </a:endParaR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800000"/>
                </a:solidFill>
              </a:rPr>
              <a:t>&lt;&gt;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800000"/>
                </a:solidFill>
              </a:rPr>
              <a:t>&lt;h1&gt;</a:t>
            </a:r>
            <a:r>
              <a:t>JSON Object Destructuring</a:t>
            </a:r>
            <a:r>
              <a:rPr>
                <a:solidFill>
                  <a:srgbClr val="800000"/>
                </a:solidFill>
              </a:rPr>
              <a:t>&lt;/h1&gt;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Destructuring allows extracting values directly from</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 JSON object into variables.</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0000FF"/>
                </a:solidFill>
              </a:rPr>
              <a:t>{</a:t>
            </a:r>
            <a:r>
              <a:rPr>
                <a:solidFill>
                  <a:srgbClr val="0070C1"/>
                </a:solidFill>
              </a:rPr>
              <a:t>first</a:t>
            </a:r>
            <a:r>
              <a:rPr>
                <a:solidFill>
                  <a:srgbClr val="0000FF"/>
                </a:solidFill>
              </a:rPr>
              <a: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800000"/>
                </a:solidFill>
              </a:rPr>
              <a:t>&lt;/p&gt;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r>
              <a:rPr>
                <a:solidFill>
                  <a:srgbClr val="800000"/>
                </a:solidFill>
              </a:rPr>
              <a:t>&lt;/&gt;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a:t>
            </a: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p>
          <a:p>
            <a:pPr marL="0" indent="0" defTabSz="457200">
              <a:spcBef>
                <a:spcPts val="0"/>
              </a:spcBef>
              <a:buClrTx/>
              <a:buSzTx/>
              <a:buFontTx/>
              <a:buNone/>
              <a:defRPr sz="2600">
                <a:solidFill>
                  <a:srgbClr val="795E26"/>
                </a:solidFill>
                <a:latin typeface="Menlo Regular"/>
                <a:ea typeface="Menlo Regular"/>
                <a:cs typeface="Menlo Regular"/>
                <a:sym typeface="Menlo Regular"/>
              </a:defRPr>
            </a:pPr>
            <a:r>
              <a:rPr>
                <a:solidFill>
                  <a:srgbClr val="AF00DB"/>
                </a:solidFill>
              </a:rPr>
              <a:t>export</a:t>
            </a:r>
            <a:r>
              <a:rPr>
                <a:solidFill>
                  <a:srgbClr val="3B3B3B"/>
                </a:solidFill>
              </a:rPr>
              <a:t> </a:t>
            </a:r>
            <a:r>
              <a:rPr>
                <a:solidFill>
                  <a:srgbClr val="AF00DB"/>
                </a:solidFill>
              </a:rPr>
              <a:t>default</a:t>
            </a:r>
            <a:r>
              <a:rPr>
                <a:solidFill>
                  <a:srgbClr val="3B3B3B"/>
                </a:solidFill>
              </a:rPr>
              <a:t> </a:t>
            </a:r>
            <a:r>
              <a:t>DestructuringExample</a:t>
            </a:r>
            <a:r>
              <a:rPr>
                <a:solidFill>
                  <a:srgbClr val="3B3B3B"/>
                </a:solidFill>
              </a:rPr>
              <a:t>;</a:t>
            </a:r>
            <a:endParaRPr>
              <a:solidFill>
                <a:srgbClr val="3B3B3B"/>
              </a:solidFill>
            </a:endParaR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p>
          <a:p>
            <a:pPr marL="0" indent="0" defTabSz="457200">
              <a:spcBef>
                <a:spcPts val="0"/>
              </a:spcBef>
              <a:buClrTx/>
              <a:buSzTx/>
              <a:buFontTx/>
              <a:buNone/>
              <a:defRPr sz="2600">
                <a:solidFill>
                  <a:srgbClr val="3B3B3B"/>
                </a:solidFill>
                <a:latin typeface="Menlo Regular"/>
                <a:ea typeface="Menlo Regular"/>
                <a:cs typeface="Menlo Regular"/>
                <a:sym typeface="Menlo Regular"/>
              </a:defRPr>
            </a:pPr>
            <a:r>
              <a:t> </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1" name="COMPONENTS"/>
          <p:cNvSpPr txBox="1"/>
          <p:nvPr>
            <p:ph type="title"/>
          </p:nvPr>
        </p:nvSpPr>
        <p:spPr>
          <a:prstGeom prst="rect">
            <a:avLst/>
          </a:prstGeom>
        </p:spPr>
        <p:txBody>
          <a:bodyPr/>
          <a:lstStyle/>
          <a:p>
            <a:pPr/>
            <a:r>
              <a:t>COMPONENTS</a:t>
            </a:r>
          </a:p>
        </p:txBody>
      </p:sp>
      <p:sp>
        <p:nvSpPr>
          <p:cNvPr id="342" name="React components are the building blocks of a React application. They allow you to split the UI into independent, reusable pieces, and think about each piece in isolation. Components can be either function components or class components, and they can acc"/>
          <p:cNvSpPr txBox="1"/>
          <p:nvPr/>
        </p:nvSpPr>
        <p:spPr>
          <a:xfrm>
            <a:off x="1872483" y="2285165"/>
            <a:ext cx="20639034" cy="377706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457200">
              <a:spcBef>
                <a:spcPts val="500"/>
              </a:spcBef>
              <a:defRPr sz="4800">
                <a:solidFill>
                  <a:srgbClr val="000000"/>
                </a:solidFill>
                <a:uFill>
                  <a:solidFill>
                    <a:srgbClr val="000000"/>
                  </a:solidFill>
                </a:uFill>
                <a:latin typeface="Calibri"/>
                <a:ea typeface="Calibri"/>
                <a:cs typeface="Calibri"/>
                <a:sym typeface="Calibri"/>
              </a:defRPr>
            </a:lvl1pPr>
          </a:lstStyle>
          <a:p>
            <a:pPr/>
            <a:r>
              <a:t>React components are the building blocks of a React application. They allow you to split the UI into independent, reusable pieces, and think about each piece in isolation. Components can be either function components or class components, and they can accept inputs called "props" to dynamically render content.</a:t>
            </a:r>
          </a:p>
        </p:txBody>
      </p:sp>
      <p:sp>
        <p:nvSpPr>
          <p:cNvPr id="343" name="1.FUNCTIONAL COMPONENTS…"/>
          <p:cNvSpPr txBox="1"/>
          <p:nvPr/>
        </p:nvSpPr>
        <p:spPr>
          <a:xfrm>
            <a:off x="1902317" y="5825553"/>
            <a:ext cx="7982599" cy="206489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4100">
                <a:latin typeface="Graphik"/>
                <a:ea typeface="Graphik"/>
                <a:cs typeface="Graphik"/>
                <a:sym typeface="Graphik"/>
              </a:defRPr>
            </a:pPr>
            <a:r>
              <a:t>1.FUNCTIONAL COMPONENTS</a:t>
            </a:r>
          </a:p>
          <a:p>
            <a:pPr>
              <a:defRPr b="1" sz="4100">
                <a:latin typeface="Graphik"/>
                <a:ea typeface="Graphik"/>
                <a:cs typeface="Graphik"/>
                <a:sym typeface="Graphik"/>
              </a:defRPr>
            </a:pPr>
            <a:r>
              <a:t>2.CLASS COMPONENTS</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FUNCTIONAL COMPONENTS"/>
          <p:cNvSpPr txBox="1"/>
          <p:nvPr>
            <p:ph type="title"/>
          </p:nvPr>
        </p:nvSpPr>
        <p:spPr>
          <a:prstGeom prst="rect">
            <a:avLst/>
          </a:prstGeom>
        </p:spPr>
        <p:txBody>
          <a:bodyPr/>
          <a:lstStyle/>
          <a:p>
            <a:pPr/>
            <a:r>
              <a:t>FUNCTIONAL COMPONENTS</a:t>
            </a:r>
          </a:p>
        </p:txBody>
      </p:sp>
      <p:sp>
        <p:nvSpPr>
          <p:cNvPr id="346" name="When we write html code within in a function and we call it through the function then it is referred as functional component.…"/>
          <p:cNvSpPr txBox="1"/>
          <p:nvPr>
            <p:ph type="body" idx="1"/>
          </p:nvPr>
        </p:nvSpPr>
        <p:spPr>
          <a:xfrm>
            <a:off x="290912" y="2351142"/>
            <a:ext cx="23802176" cy="11747231"/>
          </a:xfrm>
          <a:prstGeom prst="rect">
            <a:avLst/>
          </a:prstGeom>
        </p:spPr>
        <p:txBody>
          <a:bodyPr/>
          <a:lstStyle/>
          <a:p>
            <a:pPr marL="0" indent="0" defTabSz="457200">
              <a:spcBef>
                <a:spcPts val="500"/>
              </a:spcBef>
              <a:buClrTx/>
              <a:buSzTx/>
              <a:buFontTx/>
              <a:buNone/>
              <a:defRPr sz="4600">
                <a:uFill>
                  <a:solidFill>
                    <a:srgbClr val="000000"/>
                  </a:solidFill>
                </a:uFill>
              </a:defRPr>
            </a:pPr>
            <a:r>
              <a:rPr sz="4700">
                <a:latin typeface="Times New Roman"/>
                <a:ea typeface="Times New Roman"/>
                <a:cs typeface="Times New Roman"/>
                <a:sym typeface="Times New Roman"/>
              </a:rPr>
              <a:t> When we write html code within in a function and we call it through the function then it is referred as functional component.</a:t>
            </a:r>
            <a:endParaRPr sz="4700">
              <a:latin typeface="Times New Roman"/>
              <a:ea typeface="Times New Roman"/>
              <a:cs typeface="Times New Roman"/>
              <a:sym typeface="Times New Roman"/>
            </a:endParaRPr>
          </a:p>
          <a:p>
            <a:pPr marL="0" indent="0" defTabSz="457200">
              <a:spcBef>
                <a:spcPts val="500"/>
              </a:spcBef>
              <a:buClrTx/>
              <a:buSzTx/>
              <a:buFontTx/>
              <a:buNone/>
              <a:defRPr sz="4600">
                <a:uFill>
                  <a:solidFill>
                    <a:srgbClr val="000000"/>
                  </a:solidFill>
                </a:uFill>
              </a:defRPr>
            </a:pPr>
            <a:r>
              <a:rPr b="1"/>
              <a:t>Functional Components</a:t>
            </a:r>
            <a:r>
              <a:t>: Preferred for most use cases, especially with the introduction of hooks which allow functional components to handle state and lifecycle methods.</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8" name="function Navbar(){…"/>
          <p:cNvSpPr txBox="1"/>
          <p:nvPr/>
        </p:nvSpPr>
        <p:spPr>
          <a:xfrm>
            <a:off x="1864774" y="346258"/>
            <a:ext cx="14259484" cy="8293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0"/>
              </a:spcBef>
              <a:defRPr sz="3700">
                <a:solidFill>
                  <a:srgbClr val="0000FF"/>
                </a:solidFill>
                <a:latin typeface="Menlo Regular"/>
                <a:ea typeface="Menlo Regular"/>
                <a:cs typeface="Menlo Regular"/>
                <a:sym typeface="Menlo Regular"/>
              </a:defRPr>
            </a:pPr>
            <a:r>
              <a:t>function</a:t>
            </a:r>
            <a:r>
              <a:rPr>
                <a:solidFill>
                  <a:srgbClr val="3B3B3B"/>
                </a:solidFill>
              </a:rPr>
              <a:t> </a:t>
            </a:r>
            <a:r>
              <a:rPr>
                <a:solidFill>
                  <a:srgbClr val="795E26"/>
                </a:solidFill>
              </a:rPr>
              <a:t>Navbar</a:t>
            </a:r>
            <a:r>
              <a:rPr>
                <a:solidFill>
                  <a:srgbClr val="3B3B3B"/>
                </a:solidFill>
              </a:rPr>
              <a:t>(){</a:t>
            </a:r>
            <a:endParaRPr>
              <a:solidFill>
                <a:srgbClr val="3B3B3B"/>
              </a:solidFill>
            </a:endParaRPr>
          </a:p>
          <a:p>
            <a:pPr defTabSz="457200">
              <a:spcBef>
                <a:spcPts val="0"/>
              </a:spcBef>
              <a:defRPr sz="3700">
                <a:solidFill>
                  <a:srgbClr val="800000"/>
                </a:solidFill>
                <a:latin typeface="Menlo Regular"/>
                <a:ea typeface="Menlo Regular"/>
                <a:cs typeface="Menlo Regular"/>
                <a:sym typeface="Menlo Regular"/>
              </a:defRPr>
            </a:pPr>
            <a:r>
              <a:rPr>
                <a:solidFill>
                  <a:srgbClr val="3B3B3B"/>
                </a:solidFill>
              </a:rPr>
              <a:t>    </a:t>
            </a:r>
            <a:r>
              <a:rPr>
                <a:solidFill>
                  <a:srgbClr val="AF00DB"/>
                </a:solidFill>
              </a:rPr>
              <a:t>return</a:t>
            </a:r>
            <a:r>
              <a:rPr>
                <a:solidFill>
                  <a:srgbClr val="3B3B3B"/>
                </a:solidFill>
              </a:rPr>
              <a:t>(</a:t>
            </a:r>
            <a:r>
              <a:t>&lt;header&gt;</a:t>
            </a:r>
            <a:endParaRPr>
              <a:solidFill>
                <a:srgbClr val="3B3B3B"/>
              </a:solidFill>
            </a:endParaRPr>
          </a:p>
          <a:p>
            <a:pPr defTabSz="457200">
              <a:spcBef>
                <a:spcPts val="0"/>
              </a:spcBef>
              <a:defRPr sz="3700">
                <a:solidFill>
                  <a:srgbClr val="3B3B3B"/>
                </a:solidFill>
                <a:latin typeface="Menlo Regular"/>
                <a:ea typeface="Menlo Regular"/>
                <a:cs typeface="Menlo Regular"/>
                <a:sym typeface="Menlo Regular"/>
              </a:defRPr>
            </a:pPr>
            <a:r>
              <a:t>        </a:t>
            </a:r>
            <a:r>
              <a:rPr>
                <a:solidFill>
                  <a:srgbClr val="800000"/>
                </a:solidFill>
              </a:rPr>
              <a:t>&lt;ul&gt;</a:t>
            </a:r>
          </a:p>
          <a:p>
            <a:pPr defTabSz="457200">
              <a:spcBef>
                <a:spcPts val="0"/>
              </a:spcBef>
              <a:defRPr sz="3700">
                <a:solidFill>
                  <a:srgbClr val="3B3B3B"/>
                </a:solidFill>
                <a:latin typeface="Menlo Regular"/>
                <a:ea typeface="Menlo Regular"/>
                <a:cs typeface="Menlo Regular"/>
                <a:sym typeface="Menlo Regular"/>
              </a:defRPr>
            </a:pPr>
            <a:r>
              <a:t>            </a:t>
            </a:r>
            <a:r>
              <a:rPr>
                <a:solidFill>
                  <a:srgbClr val="800000"/>
                </a:solidFill>
              </a:rPr>
              <a:t>&lt;li&gt;&lt;a</a:t>
            </a:r>
            <a:r>
              <a:t> </a:t>
            </a:r>
            <a:r>
              <a:rPr>
                <a:solidFill>
                  <a:srgbClr val="E50000"/>
                </a:solidFill>
              </a:rPr>
              <a:t>href</a:t>
            </a:r>
            <a:r>
              <a:t>=</a:t>
            </a:r>
            <a:r>
              <a:rPr>
                <a:solidFill>
                  <a:srgbClr val="A31515"/>
                </a:solidFill>
              </a:rPr>
              <a:t>"#"</a:t>
            </a:r>
            <a:r>
              <a:rPr>
                <a:solidFill>
                  <a:srgbClr val="800000"/>
                </a:solidFill>
              </a:rPr>
              <a:t>&gt;</a:t>
            </a:r>
            <a:r>
              <a:rPr>
                <a:solidFill>
                  <a:srgbClr val="0000FF"/>
                </a:solidFill>
              </a:rPr>
              <a:t>{</a:t>
            </a:r>
            <a:r>
              <a:rPr>
                <a:solidFill>
                  <a:srgbClr val="001080"/>
                </a:solidFill>
              </a:rPr>
              <a:t>example</a:t>
            </a:r>
            <a:r>
              <a:t> [</a:t>
            </a:r>
            <a:r>
              <a:rPr>
                <a:solidFill>
                  <a:srgbClr val="098658"/>
                </a:solidFill>
              </a:rPr>
              <a:t>0</a:t>
            </a:r>
            <a:r>
              <a:t>]</a:t>
            </a:r>
            <a:r>
              <a:rPr>
                <a:solidFill>
                  <a:srgbClr val="0000FF"/>
                </a:solidFill>
              </a:rPr>
              <a:t>}</a:t>
            </a:r>
            <a:r>
              <a:rPr>
                <a:solidFill>
                  <a:srgbClr val="800000"/>
                </a:solidFill>
              </a:rPr>
              <a:t>&lt;/a&gt;&lt;/li&gt;</a:t>
            </a:r>
          </a:p>
          <a:p>
            <a:pPr defTabSz="457200">
              <a:spcBef>
                <a:spcPts val="0"/>
              </a:spcBef>
              <a:defRPr sz="3700">
                <a:solidFill>
                  <a:srgbClr val="3B3B3B"/>
                </a:solidFill>
                <a:latin typeface="Menlo Regular"/>
                <a:ea typeface="Menlo Regular"/>
                <a:cs typeface="Menlo Regular"/>
                <a:sym typeface="Menlo Regular"/>
              </a:defRPr>
            </a:pPr>
            <a:r>
              <a:t>            </a:t>
            </a:r>
            <a:r>
              <a:rPr>
                <a:solidFill>
                  <a:srgbClr val="800000"/>
                </a:solidFill>
              </a:rPr>
              <a:t>&lt;li&gt;&lt;a</a:t>
            </a:r>
            <a:r>
              <a:t> </a:t>
            </a:r>
            <a:r>
              <a:rPr>
                <a:solidFill>
                  <a:srgbClr val="E50000"/>
                </a:solidFill>
              </a:rPr>
              <a:t>href</a:t>
            </a:r>
            <a:r>
              <a:t>=</a:t>
            </a:r>
            <a:r>
              <a:rPr>
                <a:solidFill>
                  <a:srgbClr val="A31515"/>
                </a:solidFill>
              </a:rPr>
              <a:t>"#"</a:t>
            </a:r>
            <a:r>
              <a:rPr>
                <a:solidFill>
                  <a:srgbClr val="800000"/>
                </a:solidFill>
              </a:rPr>
              <a:t>&gt;</a:t>
            </a:r>
            <a:r>
              <a:t>About</a:t>
            </a:r>
            <a:r>
              <a:rPr>
                <a:solidFill>
                  <a:srgbClr val="800000"/>
                </a:solidFill>
              </a:rPr>
              <a:t>&lt;/a&gt;&lt;/li&gt;</a:t>
            </a:r>
          </a:p>
          <a:p>
            <a:pPr defTabSz="457200">
              <a:spcBef>
                <a:spcPts val="0"/>
              </a:spcBef>
              <a:defRPr sz="3700">
                <a:solidFill>
                  <a:srgbClr val="3B3B3B"/>
                </a:solidFill>
                <a:latin typeface="Menlo Regular"/>
                <a:ea typeface="Menlo Regular"/>
                <a:cs typeface="Menlo Regular"/>
                <a:sym typeface="Menlo Regular"/>
              </a:defRPr>
            </a:pPr>
            <a:r>
              <a:t>            </a:t>
            </a:r>
            <a:r>
              <a:rPr>
                <a:solidFill>
                  <a:srgbClr val="800000"/>
                </a:solidFill>
              </a:rPr>
              <a:t>&lt;li&gt;&lt;a</a:t>
            </a:r>
            <a:r>
              <a:t> </a:t>
            </a:r>
            <a:r>
              <a:rPr>
                <a:solidFill>
                  <a:srgbClr val="E50000"/>
                </a:solidFill>
              </a:rPr>
              <a:t>href</a:t>
            </a:r>
            <a:r>
              <a:t>=</a:t>
            </a:r>
            <a:r>
              <a:rPr>
                <a:solidFill>
                  <a:srgbClr val="A31515"/>
                </a:solidFill>
              </a:rPr>
              <a:t>"#"</a:t>
            </a:r>
            <a:r>
              <a:rPr>
                <a:solidFill>
                  <a:srgbClr val="800000"/>
                </a:solidFill>
              </a:rPr>
              <a:t>&gt;</a:t>
            </a:r>
            <a:r>
              <a:t>contact us</a:t>
            </a:r>
            <a:r>
              <a:rPr>
                <a:solidFill>
                  <a:srgbClr val="800000"/>
                </a:solidFill>
              </a:rPr>
              <a:t>&lt;/a&gt;&lt;/li&gt;</a:t>
            </a:r>
          </a:p>
          <a:p>
            <a:pPr defTabSz="457200">
              <a:spcBef>
                <a:spcPts val="0"/>
              </a:spcBef>
              <a:defRPr sz="3700">
                <a:solidFill>
                  <a:srgbClr val="3B3B3B"/>
                </a:solidFill>
                <a:latin typeface="Menlo Regular"/>
                <a:ea typeface="Menlo Regular"/>
                <a:cs typeface="Menlo Regular"/>
                <a:sym typeface="Menlo Regular"/>
              </a:defRPr>
            </a:pPr>
            <a:r>
              <a:t>        </a:t>
            </a:r>
            <a:r>
              <a:rPr>
                <a:solidFill>
                  <a:srgbClr val="800000"/>
                </a:solidFill>
              </a:rPr>
              <a:t>&lt;/ul&gt;</a:t>
            </a:r>
            <a:r>
              <a:t> </a:t>
            </a:r>
          </a:p>
          <a:p>
            <a:pPr defTabSz="457200">
              <a:spcBef>
                <a:spcPts val="0"/>
              </a:spcBef>
              <a:defRPr sz="3700">
                <a:solidFill>
                  <a:srgbClr val="800000"/>
                </a:solidFill>
                <a:latin typeface="Menlo Regular"/>
                <a:ea typeface="Menlo Regular"/>
                <a:cs typeface="Menlo Regular"/>
                <a:sym typeface="Menlo Regular"/>
              </a:defRPr>
            </a:pPr>
            <a:r>
              <a:rPr>
                <a:solidFill>
                  <a:srgbClr val="3B3B3B"/>
                </a:solidFill>
              </a:rPr>
              <a:t>    </a:t>
            </a:r>
            <a:r>
              <a:t>&lt;/header&gt;</a:t>
            </a:r>
            <a:endParaRPr>
              <a:solidFill>
                <a:srgbClr val="3B3B3B"/>
              </a:solidFill>
            </a:endParaRPr>
          </a:p>
          <a:p>
            <a:pPr defTabSz="457200">
              <a:spcBef>
                <a:spcPts val="0"/>
              </a:spcBef>
              <a:defRPr sz="3700">
                <a:solidFill>
                  <a:srgbClr val="3B3B3B"/>
                </a:solidFill>
                <a:latin typeface="Menlo Regular"/>
                <a:ea typeface="Menlo Regular"/>
                <a:cs typeface="Menlo Regular"/>
                <a:sym typeface="Menlo Regular"/>
              </a:defRPr>
            </a:pPr>
            <a:r>
              <a:t>)   </a:t>
            </a:r>
          </a:p>
          <a:p>
            <a:pPr defTabSz="457200">
              <a:spcBef>
                <a:spcPts val="0"/>
              </a:spcBef>
              <a:defRPr sz="3700">
                <a:solidFill>
                  <a:srgbClr val="3B3B3B"/>
                </a:solidFill>
                <a:latin typeface="Menlo Regular"/>
                <a:ea typeface="Menlo Regular"/>
                <a:cs typeface="Menlo Regular"/>
                <a:sym typeface="Menlo Regular"/>
              </a:defRPr>
            </a:pPr>
            <a:r>
              <a:t>}</a:t>
            </a:r>
          </a:p>
          <a:p>
            <a:pPr defTabSz="457200">
              <a:spcBef>
                <a:spcPts val="0"/>
              </a:spcBef>
              <a:defRPr sz="3700">
                <a:solidFill>
                  <a:srgbClr val="795E26"/>
                </a:solidFill>
                <a:latin typeface="Menlo Regular"/>
                <a:ea typeface="Menlo Regular"/>
                <a:cs typeface="Menlo Regular"/>
                <a:sym typeface="Menlo Regular"/>
              </a:defRPr>
            </a:pPr>
            <a:r>
              <a:rPr>
                <a:solidFill>
                  <a:srgbClr val="001080"/>
                </a:solidFill>
              </a:rPr>
              <a:t>root</a:t>
            </a:r>
            <a:r>
              <a:rPr>
                <a:solidFill>
                  <a:srgbClr val="3B3B3B"/>
                </a:solidFill>
              </a:rPr>
              <a:t>.</a:t>
            </a:r>
            <a:r>
              <a:t>render</a:t>
            </a:r>
            <a:r>
              <a:rPr>
                <a:solidFill>
                  <a:srgbClr val="3B3B3B"/>
                </a:solidFill>
              </a:rPr>
              <a:t>(</a:t>
            </a:r>
            <a:endParaRPr>
              <a:solidFill>
                <a:srgbClr val="3B3B3B"/>
              </a:solidFill>
            </a:endParaRPr>
          </a:p>
          <a:p>
            <a:pPr defTabSz="457200">
              <a:spcBef>
                <a:spcPts val="0"/>
              </a:spcBef>
              <a:defRPr sz="3700">
                <a:solidFill>
                  <a:srgbClr val="267F99"/>
                </a:solidFill>
                <a:latin typeface="Menlo Regular"/>
                <a:ea typeface="Menlo Regular"/>
                <a:cs typeface="Menlo Regular"/>
                <a:sym typeface="Menlo Regular"/>
              </a:defRPr>
            </a:pPr>
            <a:r>
              <a:rPr>
                <a:solidFill>
                  <a:srgbClr val="3B3B3B"/>
                </a:solidFill>
              </a:rPr>
              <a:t>    </a:t>
            </a:r>
            <a:r>
              <a:rPr>
                <a:solidFill>
                  <a:srgbClr val="800000"/>
                </a:solidFill>
              </a:rPr>
              <a:t>&lt;</a:t>
            </a:r>
            <a:r>
              <a:t>Navbar</a:t>
            </a:r>
            <a:r>
              <a:rPr>
                <a:solidFill>
                  <a:srgbClr val="800000"/>
                </a:solidFill>
              </a:rPr>
              <a:t>/&gt;</a:t>
            </a:r>
            <a:endParaRPr>
              <a:solidFill>
                <a:srgbClr val="3B3B3B"/>
              </a:solidFill>
            </a:endParaRPr>
          </a:p>
          <a:p>
            <a:pPr defTabSz="457200">
              <a:spcBef>
                <a:spcPts val="0"/>
              </a:spcBef>
              <a:defRPr sz="3700">
                <a:solidFill>
                  <a:srgbClr val="3B3B3B"/>
                </a:solidFill>
                <a:latin typeface="Menlo Regular"/>
                <a:ea typeface="Menlo Regular"/>
                <a:cs typeface="Menlo Regular"/>
                <a:sym typeface="Menlo Regular"/>
              </a:defRPr>
            </a:pPr>
            <a:r>
              <a:t>   );</a:t>
            </a:r>
          </a:p>
          <a:p>
            <a:pPr defTabSz="457200">
              <a:spcBef>
                <a:spcPts val="0"/>
              </a:spcBef>
              <a:defRPr sz="3700">
                <a:solidFill>
                  <a:srgbClr val="3B3B3B"/>
                </a:solidFill>
                <a:latin typeface="Menlo Regular"/>
                <a:ea typeface="Menlo Regular"/>
                <a:cs typeface="Menlo Regular"/>
                <a:sym typeface="Menlo Regular"/>
              </a:defRPr>
            </a:pPr>
          </a:p>
        </p:txBody>
      </p:sp>
      <p:sp>
        <p:nvSpPr>
          <p:cNvPr id="349" name="Features…"/>
          <p:cNvSpPr txBox="1"/>
          <p:nvPr/>
        </p:nvSpPr>
        <p:spPr>
          <a:xfrm>
            <a:off x="1862656" y="8715661"/>
            <a:ext cx="20987613" cy="30423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7916"/>
              </a:lnSpc>
              <a:spcBef>
                <a:spcPts val="200"/>
              </a:spcBef>
              <a:defRPr i="1" sz="4600">
                <a:solidFill>
                  <a:srgbClr val="2F5496"/>
                </a:solidFill>
                <a:uFill>
                  <a:solidFill>
                    <a:srgbClr val="2F5496"/>
                  </a:solidFill>
                </a:uFill>
                <a:latin typeface="Calibri Light"/>
                <a:ea typeface="Calibri Light"/>
                <a:cs typeface="Calibri Light"/>
                <a:sym typeface="Calibri Light"/>
              </a:defRPr>
            </a:pPr>
            <a:r>
              <a:t>Features</a:t>
            </a:r>
          </a:p>
          <a:p>
            <a:pPr marL="457200" indent="-228600" defTabSz="457200">
              <a:spcBef>
                <a:spcPts val="500"/>
              </a:spcBef>
              <a:buSzPct val="90909"/>
              <a:buFont typeface="Symbol"/>
              <a:buChar char="·"/>
              <a:tabLst>
                <a:tab pos="457200" algn="l"/>
              </a:tabLst>
              <a:defRPr sz="4600">
                <a:solidFill>
                  <a:srgbClr val="000000"/>
                </a:solidFill>
                <a:uFill>
                  <a:solidFill>
                    <a:srgbClr val="000000"/>
                  </a:solidFill>
                </a:uFill>
                <a:latin typeface="Calibri"/>
                <a:ea typeface="Calibri"/>
                <a:cs typeface="Calibri"/>
                <a:sym typeface="Calibri"/>
              </a:defRPr>
            </a:pPr>
            <a:r>
              <a:rPr b="1"/>
              <a:t>Simplicity</a:t>
            </a:r>
            <a:r>
              <a:t>: They are easier to write and understand.</a:t>
            </a:r>
          </a:p>
          <a:p>
            <a:pPr marL="457200" indent="-228600" defTabSz="457200">
              <a:spcBef>
                <a:spcPts val="500"/>
              </a:spcBef>
              <a:buSzPct val="90909"/>
              <a:buFont typeface="Symbol"/>
              <a:buChar char="·"/>
              <a:tabLst>
                <a:tab pos="457200" algn="l"/>
              </a:tabLst>
              <a:defRPr sz="4600">
                <a:solidFill>
                  <a:srgbClr val="000000"/>
                </a:solidFill>
                <a:uFill>
                  <a:solidFill>
                    <a:srgbClr val="000000"/>
                  </a:solidFill>
                </a:uFill>
                <a:latin typeface="Calibri"/>
                <a:ea typeface="Calibri"/>
                <a:cs typeface="Calibri"/>
                <a:sym typeface="Calibri"/>
              </a:defRPr>
            </a:pPr>
            <a:r>
              <a:rPr b="1"/>
              <a:t>Performance</a:t>
            </a:r>
            <a:r>
              <a:t>: Generally, functional components have a slight performance advantage due to the lack of overhead associated with class components.</a:t>
            </a:r>
          </a:p>
        </p:txBody>
      </p:sp>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CLASS COMPONENTS"/>
          <p:cNvSpPr txBox="1"/>
          <p:nvPr>
            <p:ph type="title"/>
          </p:nvPr>
        </p:nvSpPr>
        <p:spPr>
          <a:prstGeom prst="rect">
            <a:avLst/>
          </a:prstGeom>
        </p:spPr>
        <p:txBody>
          <a:bodyPr/>
          <a:lstStyle/>
          <a:p>
            <a:pPr/>
            <a:r>
              <a:t>CLASS COMPONENTS</a:t>
            </a:r>
          </a:p>
        </p:txBody>
      </p:sp>
      <p:sp>
        <p:nvSpPr>
          <p:cNvPr id="352" name="When we write html code within in a class and we call it through the class then it is referred as class component.…"/>
          <p:cNvSpPr txBox="1"/>
          <p:nvPr>
            <p:ph type="body" idx="1"/>
          </p:nvPr>
        </p:nvSpPr>
        <p:spPr>
          <a:prstGeom prst="rect">
            <a:avLst/>
          </a:prstGeom>
        </p:spPr>
        <p:txBody>
          <a:bodyPr/>
          <a:lstStyle/>
          <a:p>
            <a:pPr marL="0" indent="0" defTabSz="457200">
              <a:spcBef>
                <a:spcPts val="500"/>
              </a:spcBef>
              <a:buClrTx/>
              <a:buSzTx/>
              <a:buFontTx/>
              <a:buNone/>
              <a:defRPr sz="4400">
                <a:uFill>
                  <a:solidFill>
                    <a:srgbClr val="000000"/>
                  </a:solidFill>
                </a:uFill>
              </a:defRPr>
            </a:pPr>
            <a:r>
              <a:rPr b="1" sz="4500">
                <a:latin typeface="Times New Roman"/>
                <a:ea typeface="Times New Roman"/>
                <a:cs typeface="Times New Roman"/>
                <a:sym typeface="Times New Roman"/>
              </a:rPr>
              <a:t> </a:t>
            </a:r>
            <a:endParaRPr b="1" sz="4500">
              <a:latin typeface="Times New Roman"/>
              <a:ea typeface="Times New Roman"/>
              <a:cs typeface="Times New Roman"/>
              <a:sym typeface="Times New Roman"/>
            </a:endParaRPr>
          </a:p>
          <a:p>
            <a:pPr marL="0" indent="0" defTabSz="457200">
              <a:spcBef>
                <a:spcPts val="500"/>
              </a:spcBef>
              <a:buClrTx/>
              <a:buSzTx/>
              <a:buFontTx/>
              <a:buNone/>
              <a:defRPr sz="4400">
                <a:uFill>
                  <a:solidFill>
                    <a:srgbClr val="000000"/>
                  </a:solidFill>
                </a:uFill>
              </a:defRPr>
            </a:pPr>
            <a:r>
              <a:rPr b="1" sz="4500">
                <a:latin typeface="Times New Roman"/>
                <a:ea typeface="Times New Roman"/>
                <a:cs typeface="Times New Roman"/>
                <a:sym typeface="Times New Roman"/>
              </a:rPr>
              <a:t>	</a:t>
            </a:r>
            <a:r>
              <a:rPr sz="4500">
                <a:latin typeface="Times New Roman"/>
                <a:ea typeface="Times New Roman"/>
                <a:cs typeface="Times New Roman"/>
                <a:sym typeface="Times New Roman"/>
              </a:rPr>
              <a:t>When we write html code within in a class and we call it through the class then it is referred as class component.</a:t>
            </a:r>
            <a:endParaRPr sz="4500">
              <a:latin typeface="Times New Roman"/>
              <a:ea typeface="Times New Roman"/>
              <a:cs typeface="Times New Roman"/>
              <a:sym typeface="Times New Roman"/>
            </a:endParaRPr>
          </a:p>
          <a:p>
            <a:pPr marL="0" indent="0" defTabSz="457200">
              <a:spcBef>
                <a:spcPts val="500"/>
              </a:spcBef>
              <a:buClrTx/>
              <a:buSzTx/>
              <a:buFontTx/>
              <a:buNone/>
              <a:defRPr sz="4400">
                <a:uFill>
                  <a:solidFill>
                    <a:srgbClr val="000000"/>
                  </a:solidFill>
                </a:uFill>
              </a:defRPr>
            </a:pPr>
            <a:r>
              <a:rPr b="1"/>
              <a:t>Class Components</a:t>
            </a:r>
            <a:r>
              <a:t>: Still useful for understanding legacy code and some specific scenarios where lifecycle methods are heavily used, but generally less preferred in modern React development</a:t>
            </a:r>
          </a:p>
        </p:txBody>
      </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class Navbar2 extends React.Component {…"/>
          <p:cNvSpPr txBox="1"/>
          <p:nvPr>
            <p:ph type="body" idx="1"/>
          </p:nvPr>
        </p:nvSpPr>
        <p:spPr>
          <a:xfrm>
            <a:off x="2517005" y="1154321"/>
            <a:ext cx="18325558" cy="11507969"/>
          </a:xfrm>
          <a:prstGeom prst="rect">
            <a:avLst/>
          </a:prstGeom>
        </p:spPr>
        <p:txBody>
          <a:bodyPr/>
          <a:lstStyle/>
          <a:p>
            <a:pPr marL="0" indent="0" defTabSz="457200">
              <a:spcBef>
                <a:spcPts val="0"/>
              </a:spcBef>
              <a:buClrTx/>
              <a:buSzTx/>
              <a:buFontTx/>
              <a:buNone/>
              <a:defRPr sz="4200">
                <a:solidFill>
                  <a:srgbClr val="267F99"/>
                </a:solidFill>
                <a:latin typeface="Menlo Regular"/>
                <a:ea typeface="Menlo Regular"/>
                <a:cs typeface="Menlo Regular"/>
                <a:sym typeface="Menlo Regular"/>
              </a:defRPr>
            </a:pPr>
            <a:r>
              <a:rPr>
                <a:solidFill>
                  <a:srgbClr val="0000FF"/>
                </a:solidFill>
              </a:rPr>
              <a:t>class</a:t>
            </a:r>
            <a:r>
              <a:rPr>
                <a:solidFill>
                  <a:srgbClr val="3B3B3B"/>
                </a:solidFill>
              </a:rPr>
              <a:t> </a:t>
            </a:r>
            <a:r>
              <a:t>Navbar2</a:t>
            </a:r>
            <a:r>
              <a:rPr>
                <a:solidFill>
                  <a:srgbClr val="3B3B3B"/>
                </a:solidFill>
              </a:rPr>
              <a:t> </a:t>
            </a:r>
            <a:r>
              <a:rPr>
                <a:solidFill>
                  <a:srgbClr val="0000FF"/>
                </a:solidFill>
              </a:rPr>
              <a:t>extends</a:t>
            </a:r>
            <a:r>
              <a:rPr>
                <a:solidFill>
                  <a:srgbClr val="3B3B3B"/>
                </a:solidFill>
              </a:rPr>
              <a:t> </a:t>
            </a:r>
            <a:r>
              <a:t>React</a:t>
            </a:r>
            <a:r>
              <a:rPr>
                <a:solidFill>
                  <a:srgbClr val="3B3B3B"/>
                </a:solidFill>
              </a:rPr>
              <a:t>.</a:t>
            </a:r>
            <a:r>
              <a:t>Component</a:t>
            </a:r>
            <a:r>
              <a:rPr>
                <a:solidFill>
                  <a:srgbClr val="3B3B3B"/>
                </a:solidFill>
              </a:rPr>
              <a:t> {</a:t>
            </a:r>
            <a:endParaRPr>
              <a:solidFill>
                <a:srgbClr val="3B3B3B"/>
              </a:solidFill>
            </a:endParaRP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3B3B3B"/>
                </a:solidFill>
              </a:rPr>
              <a:t>    </a:t>
            </a:r>
            <a:r>
              <a:t>render</a:t>
            </a:r>
            <a:r>
              <a:rPr>
                <a:solidFill>
                  <a:srgbClr val="3B3B3B"/>
                </a:solidFill>
              </a:rPr>
              <a:t>() {</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r>
              <a:rPr>
                <a:solidFill>
                  <a:srgbClr val="AF00DB"/>
                </a:solidFill>
              </a:rPr>
              <a:t>return</a:t>
            </a:r>
            <a:r>
              <a:t> (</a:t>
            </a:r>
            <a:r>
              <a:rPr>
                <a:solidFill>
                  <a:srgbClr val="800000"/>
                </a:solidFill>
              </a:rPr>
              <a:t>&lt;header&gt;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r>
              <a:rPr>
                <a:solidFill>
                  <a:srgbClr val="800000"/>
                </a:solidFill>
              </a:rPr>
              <a:t>&lt;ul&gt;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r>
              <a:rPr>
                <a:solidFill>
                  <a:srgbClr val="800000"/>
                </a:solidFill>
              </a:rPr>
              <a:t>&lt;li&gt;&lt;a</a:t>
            </a:r>
            <a:r>
              <a:t> </a:t>
            </a:r>
            <a:r>
              <a:rPr>
                <a:solidFill>
                  <a:srgbClr val="E50000"/>
                </a:solidFill>
              </a:rPr>
              <a:t>href</a:t>
            </a:r>
            <a:r>
              <a:t>=</a:t>
            </a:r>
            <a:r>
              <a:rPr>
                <a:solidFill>
                  <a:srgbClr val="A31515"/>
                </a:solidFill>
              </a:rPr>
              <a:t>"#"</a:t>
            </a:r>
            <a:r>
              <a:rPr>
                <a:solidFill>
                  <a:srgbClr val="800000"/>
                </a:solidFill>
              </a:rPr>
              <a:t>&gt;</a:t>
            </a:r>
            <a:r>
              <a:t>home</a:t>
            </a:r>
            <a:r>
              <a:rPr>
                <a:solidFill>
                  <a:srgbClr val="800000"/>
                </a:solidFill>
              </a:rPr>
              <a:t>&lt;/a&gt;&lt;/li&gt;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r>
              <a:rPr>
                <a:solidFill>
                  <a:srgbClr val="800000"/>
                </a:solidFill>
              </a:rPr>
              <a:t>&lt;li&gt;&lt;a</a:t>
            </a:r>
            <a:r>
              <a:t> </a:t>
            </a:r>
            <a:r>
              <a:rPr>
                <a:solidFill>
                  <a:srgbClr val="E50000"/>
                </a:solidFill>
              </a:rPr>
              <a:t>href</a:t>
            </a:r>
            <a:r>
              <a:t>=</a:t>
            </a:r>
            <a:r>
              <a:rPr>
                <a:solidFill>
                  <a:srgbClr val="A31515"/>
                </a:solidFill>
              </a:rPr>
              <a:t>"#"</a:t>
            </a:r>
            <a:r>
              <a:rPr>
                <a:solidFill>
                  <a:srgbClr val="800000"/>
                </a:solidFill>
              </a:rPr>
              <a:t>&gt;</a:t>
            </a:r>
            <a:r>
              <a:t>About</a:t>
            </a:r>
            <a:r>
              <a:rPr>
                <a:solidFill>
                  <a:srgbClr val="800000"/>
                </a:solidFill>
              </a:rPr>
              <a:t>&lt;/a&gt;&lt;/li&gt;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r>
              <a:rPr>
                <a:solidFill>
                  <a:srgbClr val="800000"/>
                </a:solidFill>
              </a:rPr>
              <a:t>&lt;li&gt;&lt;a</a:t>
            </a:r>
            <a:r>
              <a:t> </a:t>
            </a:r>
            <a:r>
              <a:rPr>
                <a:solidFill>
                  <a:srgbClr val="E50000"/>
                </a:solidFill>
              </a:rPr>
              <a:t>href</a:t>
            </a:r>
            <a:r>
              <a:t>=</a:t>
            </a:r>
            <a:r>
              <a:rPr>
                <a:solidFill>
                  <a:srgbClr val="A31515"/>
                </a:solidFill>
              </a:rPr>
              <a:t>"#"</a:t>
            </a:r>
            <a:r>
              <a:rPr>
                <a:solidFill>
                  <a:srgbClr val="800000"/>
                </a:solidFill>
              </a:rPr>
              <a:t>&gt;</a:t>
            </a:r>
            <a:r>
              <a:t>contact us</a:t>
            </a:r>
            <a:r>
              <a:rPr>
                <a:solidFill>
                  <a:srgbClr val="800000"/>
                </a:solidFill>
              </a:rPr>
              <a:t>&lt;/a&gt;&lt;/li&gt;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r>
              <a:rPr>
                <a:solidFill>
                  <a:srgbClr val="800000"/>
                </a:solidFill>
              </a:rPr>
              <a:t>&lt;/ul&gt;</a:t>
            </a:r>
            <a:r>
              <a:t> </a:t>
            </a:r>
          </a:p>
          <a:p>
            <a:pPr marL="0" indent="0" defTabSz="457200">
              <a:spcBef>
                <a:spcPts val="0"/>
              </a:spcBef>
              <a:buClrTx/>
              <a:buSzTx/>
              <a:buFontTx/>
              <a:buNone/>
              <a:defRPr sz="4200">
                <a:solidFill>
                  <a:srgbClr val="800000"/>
                </a:solidFill>
                <a:latin typeface="Menlo Regular"/>
                <a:ea typeface="Menlo Regular"/>
                <a:cs typeface="Menlo Regular"/>
                <a:sym typeface="Menlo Regular"/>
              </a:defRPr>
            </a:pPr>
            <a:r>
              <a:rPr>
                <a:solidFill>
                  <a:srgbClr val="3B3B3B"/>
                </a:solidFill>
              </a:rPr>
              <a:t>        </a:t>
            </a:r>
            <a:r>
              <a:t>&lt;/header&gt;</a:t>
            </a:r>
            <a:r>
              <a:rPr>
                <a:solidFill>
                  <a:srgbClr val="3B3B3B"/>
                </a:solidFill>
              </a:rPr>
              <a:t>)</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a:t>
            </a: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001080"/>
                </a:solidFill>
              </a:rPr>
              <a:t>root</a:t>
            </a:r>
            <a:r>
              <a:rPr>
                <a:solidFill>
                  <a:srgbClr val="3B3B3B"/>
                </a:solidFill>
              </a:rPr>
              <a:t>.</a:t>
            </a:r>
            <a:r>
              <a:t>render</a:t>
            </a:r>
            <a:r>
              <a:rPr>
                <a:solidFill>
                  <a:srgbClr val="3B3B3B"/>
                </a:solidFill>
              </a:rPr>
              <a:t>(</a:t>
            </a:r>
            <a:endParaRPr>
              <a:solidFill>
                <a:srgbClr val="3B3B3B"/>
              </a:solidFill>
            </a:endParaRPr>
          </a:p>
          <a:p>
            <a:pPr marL="0" indent="0" defTabSz="457200">
              <a:spcBef>
                <a:spcPts val="0"/>
              </a:spcBef>
              <a:buClrTx/>
              <a:buSzTx/>
              <a:buFontTx/>
              <a:buNone/>
              <a:defRPr sz="4200">
                <a:solidFill>
                  <a:srgbClr val="267F99"/>
                </a:solidFill>
                <a:latin typeface="Menlo Regular"/>
                <a:ea typeface="Menlo Regular"/>
                <a:cs typeface="Menlo Regular"/>
                <a:sym typeface="Menlo Regular"/>
              </a:defRPr>
            </a:pPr>
            <a:r>
              <a:rPr>
                <a:solidFill>
                  <a:srgbClr val="3B3B3B"/>
                </a:solidFill>
              </a:rPr>
              <a:t>    </a:t>
            </a:r>
            <a:r>
              <a:rPr>
                <a:solidFill>
                  <a:srgbClr val="800000"/>
                </a:solidFill>
              </a:rPr>
              <a:t>&lt;</a:t>
            </a:r>
            <a:r>
              <a:t>Navbar2</a:t>
            </a:r>
            <a:r>
              <a:rPr>
                <a:solidFill>
                  <a:srgbClr val="800000"/>
                </a:solidFill>
              </a:rPr>
              <a:t>/&gt;</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       </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PROPS"/>
          <p:cNvSpPr txBox="1"/>
          <p:nvPr>
            <p:ph type="title"/>
          </p:nvPr>
        </p:nvSpPr>
        <p:spPr>
          <a:prstGeom prst="rect">
            <a:avLst/>
          </a:prstGeom>
        </p:spPr>
        <p:txBody>
          <a:bodyPr/>
          <a:lstStyle/>
          <a:p>
            <a:pPr/>
            <a:r>
              <a:t>PROPS</a:t>
            </a:r>
          </a:p>
        </p:txBody>
      </p:sp>
      <p:sp>
        <p:nvSpPr>
          <p:cNvPr id="357" name="Double-click to edit"/>
          <p:cNvSpPr txBox="1"/>
          <p:nvPr>
            <p:ph type="body"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PROPS DESTRUCTURING"/>
          <p:cNvSpPr txBox="1"/>
          <p:nvPr>
            <p:ph type="title"/>
          </p:nvPr>
        </p:nvSpPr>
        <p:spPr>
          <a:prstGeom prst="rect">
            <a:avLst/>
          </a:prstGeom>
        </p:spPr>
        <p:txBody>
          <a:bodyPr/>
          <a:lstStyle/>
          <a:p>
            <a:pPr/>
            <a:r>
              <a:t>PROPS DESTRUCTURING</a:t>
            </a:r>
          </a:p>
        </p:txBody>
      </p:sp>
      <p:sp>
        <p:nvSpPr>
          <p:cNvPr id="360" name="Double-click to edit"/>
          <p:cNvSpPr txBox="1"/>
          <p:nvPr>
            <p:ph type="body"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COMPONENT TO COMPONENT COMMUNCATION USING PROPS"/>
          <p:cNvSpPr txBox="1"/>
          <p:nvPr>
            <p:ph type="title"/>
          </p:nvPr>
        </p:nvSpPr>
        <p:spPr>
          <a:prstGeom prst="rect">
            <a:avLst/>
          </a:prstGeom>
        </p:spPr>
        <p:txBody>
          <a:bodyPr/>
          <a:lstStyle>
            <a:lvl1pPr defTabSz="1536191">
              <a:defRPr sz="7392"/>
            </a:lvl1pPr>
          </a:lstStyle>
          <a:p>
            <a:pPr/>
            <a:r>
              <a:t>COMPONENT TO COMPONENT COMMUNCATION USING PROPS</a:t>
            </a:r>
          </a:p>
        </p:txBody>
      </p:sp>
      <p:sp>
        <p:nvSpPr>
          <p:cNvPr id="363" name="Double-click to edit"/>
          <p:cNvSpPr txBox="1"/>
          <p:nvPr>
            <p:ph type="body"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5" name="HOOKS"/>
          <p:cNvSpPr txBox="1"/>
          <p:nvPr>
            <p:ph type="title"/>
          </p:nvPr>
        </p:nvSpPr>
        <p:spPr>
          <a:prstGeom prst="rect">
            <a:avLst/>
          </a:prstGeom>
        </p:spPr>
        <p:txBody>
          <a:bodyPr/>
          <a:lstStyle/>
          <a:p>
            <a:pPr/>
            <a:r>
              <a:t>HOOKS</a:t>
            </a:r>
          </a:p>
        </p:txBody>
      </p:sp>
      <p:sp>
        <p:nvSpPr>
          <p:cNvPr id="366" name="HOOKS - Hooks are a feature introduced in React 16.8 that allows you to…"/>
          <p:cNvSpPr txBox="1"/>
          <p:nvPr>
            <p:ph type="body" idx="1"/>
          </p:nvPr>
        </p:nvSpPr>
        <p:spPr>
          <a:prstGeom prst="rect">
            <a:avLst/>
          </a:prstGeom>
        </p:spPr>
        <p:txBody>
          <a:bodyPr/>
          <a:lstStyle/>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400">
                <a:latin typeface="Arial"/>
                <a:ea typeface="Arial"/>
                <a:cs typeface="Arial"/>
                <a:sym typeface="Arial"/>
              </a:defRPr>
            </a:pPr>
            <a:r>
              <a:rPr b="1"/>
              <a:t>HOOKS - </a:t>
            </a:r>
            <a:r>
              <a:t>Hooks are a feature introduced in React 16.8 that allows you to</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400">
                <a:latin typeface="Arial"/>
                <a:ea typeface="Arial"/>
                <a:cs typeface="Arial"/>
                <a:sym typeface="Arial"/>
              </a:defRPr>
            </a:pPr>
            <a:r>
              <a:t>use state and other React features in function components without the</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400">
                <a:latin typeface="Arial"/>
                <a:ea typeface="Arial"/>
                <a:cs typeface="Arial"/>
                <a:sym typeface="Arial"/>
              </a:defRPr>
            </a:pPr>
            <a:r>
              <a:t>need to write a class. They provide a way to add stateful logic and side</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400">
                <a:latin typeface="Arial"/>
                <a:ea typeface="Arial"/>
                <a:cs typeface="Arial"/>
                <a:sym typeface="Arial"/>
              </a:defRPr>
            </a:pPr>
            <a:r>
              <a:t>effects to functional components, enabling them to have their own internal</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400">
                <a:latin typeface="Arial"/>
                <a:ea typeface="Arial"/>
                <a:cs typeface="Arial"/>
                <a:sym typeface="Arial"/>
              </a:defRPr>
            </a:pPr>
            <a:r>
              <a:t>state and handle lifecycle events.</a:t>
            </a:r>
          </a:p>
        </p:txBody>
      </p:sp>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TATE"/>
          <p:cNvSpPr txBox="1"/>
          <p:nvPr>
            <p:ph type="title"/>
          </p:nvPr>
        </p:nvSpPr>
        <p:spPr>
          <a:prstGeom prst="rect">
            <a:avLst/>
          </a:prstGeom>
        </p:spPr>
        <p:txBody>
          <a:bodyPr/>
          <a:lstStyle/>
          <a:p>
            <a:pPr/>
            <a:r>
              <a:t>STATE</a:t>
            </a:r>
          </a:p>
        </p:txBody>
      </p:sp>
      <p:sp>
        <p:nvSpPr>
          <p:cNvPr id="369" name="State is a plain JavaScript object that stores data which can change over time and controls the UI. When ever state changes react re renders  entire component.…"/>
          <p:cNvSpPr txBox="1"/>
          <p:nvPr>
            <p:ph type="body" idx="1"/>
          </p:nvPr>
        </p:nvSpPr>
        <p:spPr>
          <a:prstGeom prst="rect">
            <a:avLst/>
          </a:prstGeom>
        </p:spPr>
        <p:txBody>
          <a:bodyPr/>
          <a:lstStyle/>
          <a:p>
            <a:pPr marL="0" indent="0" defTabSz="457200">
              <a:spcBef>
                <a:spcPts val="0"/>
              </a:spcBef>
              <a:buClrTx/>
              <a:buSzTx/>
              <a:buFontTx/>
              <a:buNone/>
              <a:defRPr b="1" sz="4200">
                <a:solidFill>
                  <a:schemeClr val="accent1">
                    <a:satOff val="-9155"/>
                    <a:lumOff val="-32673"/>
                  </a:schemeClr>
                </a:solidFill>
                <a:latin typeface="Times Roman"/>
                <a:ea typeface="Times Roman"/>
                <a:cs typeface="Times Roman"/>
                <a:sym typeface="Times Roman"/>
              </a:defRPr>
            </a:pPr>
            <a:r>
              <a:t>State</a:t>
            </a:r>
            <a:r>
              <a:rPr b="0"/>
              <a:t> is a </a:t>
            </a:r>
            <a:r>
              <a:t>plain JavaScript object</a:t>
            </a:r>
            <a:r>
              <a:rPr b="0"/>
              <a:t> that stores </a:t>
            </a:r>
            <a:r>
              <a:t>data which can change over time</a:t>
            </a:r>
            <a:r>
              <a:rPr b="0"/>
              <a:t> and </a:t>
            </a:r>
            <a:r>
              <a:t>controls the UI</a:t>
            </a:r>
            <a:r>
              <a:rPr b="0"/>
              <a:t>.</a:t>
            </a:r>
            <a:br>
              <a:rPr b="0"/>
            </a:br>
            <a:r>
              <a:rPr b="0"/>
              <a:t>When ever state changes react re renders  entire component.</a:t>
            </a:r>
            <a:endParaRPr b="0"/>
          </a:p>
          <a:p>
            <a:pPr marL="0" indent="0" defTabSz="457200">
              <a:spcBef>
                <a:spcPts val="0"/>
              </a:spcBef>
              <a:buClrTx/>
              <a:buSzTx/>
              <a:buFontTx/>
              <a:buNone/>
              <a:defRPr b="1" sz="4200">
                <a:solidFill>
                  <a:schemeClr val="accent1">
                    <a:satOff val="-9155"/>
                    <a:lumOff val="-32673"/>
                  </a:schemeClr>
                </a:solidFill>
                <a:latin typeface="Times Roman"/>
                <a:ea typeface="Times Roman"/>
                <a:cs typeface="Times Roman"/>
                <a:sym typeface="Times Roman"/>
              </a:defRPr>
            </a:pPr>
            <a:r>
              <a:rPr b="0"/>
              <a:t>In regular terms its a storage container that holds data that comes from a component rendering.</a:t>
            </a:r>
          </a:p>
        </p:txBody>
      </p:sp>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PROPS V STATE"/>
          <p:cNvSpPr txBox="1"/>
          <p:nvPr>
            <p:ph type="title"/>
          </p:nvPr>
        </p:nvSpPr>
        <p:spPr>
          <a:xfrm>
            <a:off x="3831000" y="-539464"/>
            <a:ext cx="16459201" cy="2286001"/>
          </a:xfrm>
          <a:prstGeom prst="rect">
            <a:avLst/>
          </a:prstGeom>
        </p:spPr>
        <p:txBody>
          <a:bodyPr/>
          <a:lstStyle/>
          <a:p>
            <a:pPr/>
            <a:r>
              <a:t>PROPS V STATE</a:t>
            </a:r>
          </a:p>
        </p:txBody>
      </p:sp>
      <p:graphicFrame>
        <p:nvGraphicFramePr>
          <p:cNvPr id="372" name="Table 1"/>
          <p:cNvGraphicFramePr/>
          <p:nvPr/>
        </p:nvGraphicFramePr>
        <p:xfrm>
          <a:off x="3324290" y="1864293"/>
          <a:ext cx="19002310" cy="10000114"/>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6329869"/>
                <a:gridCol w="6329869"/>
                <a:gridCol w="6329869"/>
              </a:tblGrid>
              <a:tr h="1248426">
                <a:tc>
                  <a:txBody>
                    <a:bodyPr/>
                    <a:lstStyle/>
                    <a:p>
                      <a:pPr algn="ctr" defTabSz="457200">
                        <a:defRPr b="0" sz="1800"/>
                      </a:pPr>
                      <a:r>
                        <a:rPr b="1" sz="4200">
                          <a:latin typeface="Times Roman"/>
                          <a:ea typeface="Times Roman"/>
                          <a:cs typeface="Times Roman"/>
                          <a:sym typeface="Times Roman"/>
                        </a:rPr>
                        <a:t>Feature</a:t>
                      </a:r>
                    </a:p>
                  </a:txBody>
                  <a:tcPr marL="12700" marR="12700" marT="12700" marB="12700" anchor="ctr" anchorCtr="0" horzOverflow="overflow"/>
                </a:tc>
                <a:tc>
                  <a:txBody>
                    <a:bodyPr/>
                    <a:lstStyle/>
                    <a:p>
                      <a:pPr algn="ctr" defTabSz="457200">
                        <a:defRPr b="0" sz="1800"/>
                      </a:pPr>
                      <a:r>
                        <a:rPr b="1" sz="4200">
                          <a:latin typeface="Times Roman"/>
                          <a:ea typeface="Times Roman"/>
                          <a:cs typeface="Times Roman"/>
                          <a:sym typeface="Times Roman"/>
                        </a:rPr>
                        <a:t>Props</a:t>
                      </a:r>
                    </a:p>
                  </a:txBody>
                  <a:tcPr marL="12700" marR="12700" marT="12700" marB="12700" anchor="ctr" anchorCtr="0" horzOverflow="overflow"/>
                </a:tc>
                <a:tc>
                  <a:txBody>
                    <a:bodyPr/>
                    <a:lstStyle/>
                    <a:p>
                      <a:pPr algn="ctr" defTabSz="457200">
                        <a:defRPr b="0" sz="1800"/>
                      </a:pPr>
                      <a:r>
                        <a:rPr b="1" sz="4200">
                          <a:latin typeface="Times Roman"/>
                          <a:ea typeface="Times Roman"/>
                          <a:cs typeface="Times Roman"/>
                          <a:sym typeface="Times Roman"/>
                        </a:rPr>
                        <a:t>State</a:t>
                      </a:r>
                    </a:p>
                  </a:txBody>
                  <a:tcPr marL="12700" marR="12700" marT="12700" marB="12700" anchor="ctr" anchorCtr="0" horzOverflow="overflow"/>
                </a:tc>
              </a:tr>
              <a:tr h="1248426">
                <a:tc>
                  <a:txBody>
                    <a:bodyPr/>
                    <a:lstStyle/>
                    <a:p>
                      <a:pPr algn="l" defTabSz="457200">
                        <a:defRPr b="0" sz="1800"/>
                      </a:pPr>
                      <a:r>
                        <a:rPr sz="4200">
                          <a:latin typeface="Times Roman"/>
                          <a:ea typeface="Times Roman"/>
                          <a:cs typeface="Times Roman"/>
                          <a:sym typeface="Times Roman"/>
                        </a:rPr>
                        <a:t>Definition</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Data passed to component</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Data managed by component</a:t>
                      </a:r>
                    </a:p>
                  </a:txBody>
                  <a:tcPr marL="12700" marR="12700" marT="12700" marB="12700" anchor="ctr" anchorCtr="0" horzOverflow="overflow"/>
                </a:tc>
              </a:tr>
              <a:tr h="1248426">
                <a:tc>
                  <a:txBody>
                    <a:bodyPr/>
                    <a:lstStyle/>
                    <a:p>
                      <a:pPr algn="l" defTabSz="457200">
                        <a:defRPr b="0" sz="1800"/>
                      </a:pPr>
                      <a:r>
                        <a:rPr sz="4200">
                          <a:latin typeface="Times Roman"/>
                          <a:ea typeface="Times Roman"/>
                          <a:cs typeface="Times Roman"/>
                          <a:sym typeface="Times Roman"/>
                        </a:rPr>
                        <a:t>Mutability</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Read-only</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Mutable</a:t>
                      </a:r>
                    </a:p>
                  </a:txBody>
                  <a:tcPr marL="12700" marR="12700" marT="12700" marB="12700" anchor="ctr" anchorCtr="0" horzOverflow="overflow"/>
                </a:tc>
              </a:tr>
              <a:tr h="1248426">
                <a:tc>
                  <a:txBody>
                    <a:bodyPr/>
                    <a:lstStyle/>
                    <a:p>
                      <a:pPr algn="l" defTabSz="457200">
                        <a:defRPr b="0" sz="1800"/>
                      </a:pPr>
                      <a:r>
                        <a:rPr sz="4200">
                          <a:latin typeface="Times Roman"/>
                          <a:ea typeface="Times Roman"/>
                          <a:cs typeface="Times Roman"/>
                          <a:sym typeface="Times Roman"/>
                        </a:rPr>
                        <a:t>Who controls it</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Parent component</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Same component</a:t>
                      </a:r>
                    </a:p>
                  </a:txBody>
                  <a:tcPr marL="12700" marR="12700" marT="12700" marB="12700" anchor="ctr" anchorCtr="0" horzOverflow="overflow"/>
                </a:tc>
              </a:tr>
              <a:tr h="1248426">
                <a:tc>
                  <a:txBody>
                    <a:bodyPr/>
                    <a:lstStyle/>
                    <a:p>
                      <a:pPr algn="l" defTabSz="457200">
                        <a:defRPr b="0" sz="1800"/>
                      </a:pPr>
                      <a:r>
                        <a:rPr sz="4200">
                          <a:latin typeface="Times Roman"/>
                          <a:ea typeface="Times Roman"/>
                          <a:cs typeface="Times Roman"/>
                          <a:sym typeface="Times Roman"/>
                        </a:rPr>
                        <a:t>Purpose</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Configure component</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Handle dynamic behavior</a:t>
                      </a:r>
                    </a:p>
                  </a:txBody>
                  <a:tcPr marL="12700" marR="12700" marT="12700" marB="12700" anchor="ctr" anchorCtr="0" horzOverflow="overflow"/>
                </a:tc>
              </a:tr>
              <a:tr h="1248426">
                <a:tc>
                  <a:txBody>
                    <a:bodyPr/>
                    <a:lstStyle/>
                    <a:p>
                      <a:pPr algn="l" defTabSz="457200">
                        <a:defRPr b="0" sz="1800"/>
                      </a:pPr>
                      <a:r>
                        <a:rPr sz="4200">
                          <a:latin typeface="Times Roman"/>
                          <a:ea typeface="Times Roman"/>
                          <a:cs typeface="Times Roman"/>
                          <a:sym typeface="Times Roman"/>
                        </a:rPr>
                        <a:t>Trigger re-render</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Yes (if value changes)</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Yes</a:t>
                      </a:r>
                    </a:p>
                  </a:txBody>
                  <a:tcPr marL="12700" marR="12700" marT="12700" marB="12700" anchor="ctr" anchorCtr="0" horzOverflow="overflow"/>
                </a:tc>
              </a:tr>
              <a:tr h="1248426">
                <a:tc>
                  <a:txBody>
                    <a:bodyPr/>
                    <a:lstStyle/>
                    <a:p>
                      <a:pPr algn="l" defTabSz="457200">
                        <a:defRPr b="0" sz="1800"/>
                      </a:pPr>
                      <a:r>
                        <a:rPr sz="4200">
                          <a:latin typeface="Times Roman"/>
                          <a:ea typeface="Times Roman"/>
                          <a:cs typeface="Times Roman"/>
                          <a:sym typeface="Times Roman"/>
                        </a:rPr>
                        <a:t>Used for</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Display data</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User interaction</a:t>
                      </a:r>
                    </a:p>
                  </a:txBody>
                  <a:tcPr marL="12700" marR="12700" marT="12700" marB="12700" anchor="ctr" anchorCtr="0" horzOverflow="overflow"/>
                </a:tc>
              </a:tr>
              <a:tr h="1248426">
                <a:tc>
                  <a:txBody>
                    <a:bodyPr/>
                    <a:lstStyle/>
                    <a:p>
                      <a:pPr algn="l" defTabSz="457200">
                        <a:defRPr b="0" sz="1800"/>
                      </a:pPr>
                      <a:r>
                        <a:rPr sz="4200">
                          <a:latin typeface="Times Roman"/>
                          <a:ea typeface="Times Roman"/>
                          <a:cs typeface="Times Roman"/>
                          <a:sym typeface="Times Roman"/>
                        </a:rPr>
                        <a:t>Example</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username</a:t>
                      </a:r>
                    </a:p>
                  </a:txBody>
                  <a:tcPr marL="12700" marR="12700" marT="12700" marB="12700" anchor="ctr" anchorCtr="0" horzOverflow="overflow"/>
                </a:tc>
                <a:tc>
                  <a:txBody>
                    <a:bodyPr/>
                    <a:lstStyle/>
                    <a:p>
                      <a:pPr algn="l" defTabSz="457200">
                        <a:defRPr sz="1800"/>
                      </a:pPr>
                      <a:r>
                        <a:rPr sz="4200">
                          <a:latin typeface="Times Roman"/>
                          <a:ea typeface="Times Roman"/>
                          <a:cs typeface="Times Roman"/>
                          <a:sym typeface="Times Roman"/>
                        </a:rPr>
                        <a:t>count, isLoggedIn</a:t>
                      </a:r>
                    </a:p>
                  </a:txBody>
                  <a:tcPr marL="12700" marR="12700" marT="12700" marB="12700" anchor="ctr" anchorCtr="0" horzOverflow="overflow"/>
                </a:tc>
              </a:tr>
            </a:tbl>
          </a:graphicData>
        </a:graphic>
      </p:graphicFrame>
    </p:spTree>
  </p:cSld>
  <p:clrMapOvr>
    <a:masterClrMapping/>
  </p:clrMapOvr>
  <p:transition xmlns:p14="http://schemas.microsoft.com/office/powerpoint/2010/main" spd="med" advClick="1"/>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USE STATE"/>
          <p:cNvSpPr txBox="1"/>
          <p:nvPr>
            <p:ph type="title"/>
          </p:nvPr>
        </p:nvSpPr>
        <p:spPr>
          <a:prstGeom prst="rect">
            <a:avLst/>
          </a:prstGeom>
        </p:spPr>
        <p:txBody>
          <a:bodyPr/>
          <a:lstStyle/>
          <a:p>
            <a:pPr/>
            <a:r>
              <a:t>USE STATE</a:t>
            </a:r>
          </a:p>
        </p:txBody>
      </p:sp>
      <p:sp>
        <p:nvSpPr>
          <p:cNvPr id="375" name="useState - The useState hook is a built-in hook in React that allows functional components to have their own state. It provides a way to add stateful logic to functional components without the need to use a class.…"/>
          <p:cNvSpPr txBox="1"/>
          <p:nvPr>
            <p:ph type="body" idx="1"/>
          </p:nvPr>
        </p:nvSpPr>
        <p:spPr>
          <a:prstGeom prst="rect">
            <a:avLst/>
          </a:prstGeom>
        </p:spPr>
        <p:txBody>
          <a:bodyPr/>
          <a:lstStyle/>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latin typeface="Arial"/>
                <a:ea typeface="Arial"/>
                <a:cs typeface="Arial"/>
                <a:sym typeface="Arial"/>
              </a:defRPr>
            </a:pPr>
            <a:r>
              <a:rPr b="1"/>
              <a:t>useState - </a:t>
            </a:r>
            <a:r>
              <a:t>The useState hook is a built-in hook in React that allows functional components to have their own state. It provides a way to add stateful logic to functional components without the need to use a class. </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latin typeface="Arial"/>
                <a:ea typeface="Arial"/>
                <a:cs typeface="Arial"/>
                <a:sym typeface="Arial"/>
              </a:defRPr>
            </a:pP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latin typeface="Arial"/>
                <a:ea typeface="Arial"/>
                <a:cs typeface="Arial"/>
                <a:sym typeface="Arial"/>
              </a:defRPr>
            </a:pPr>
            <a:r>
              <a:t>The useState hook is used by calling it within a functional</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latin typeface="Arial"/>
                <a:ea typeface="Arial"/>
                <a:cs typeface="Arial"/>
                <a:sym typeface="Arial"/>
              </a:defRPr>
            </a:pPr>
            <a:r>
              <a:t>component and passing an initial value for the state. </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latin typeface="Arial"/>
                <a:ea typeface="Arial"/>
                <a:cs typeface="Arial"/>
                <a:sym typeface="Arial"/>
              </a:defRPr>
            </a:pP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latin typeface="Arial"/>
                <a:ea typeface="Arial"/>
                <a:cs typeface="Arial"/>
                <a:sym typeface="Arial"/>
              </a:defRPr>
            </a:pPr>
            <a:r>
              <a:t>It returns anarray with two elements: the current state value and a function to an update of that state.</a:t>
            </a:r>
          </a:p>
        </p:txBody>
      </p:sp>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USESTATE EXAMPLE"/>
          <p:cNvSpPr txBox="1"/>
          <p:nvPr>
            <p:ph type="title"/>
          </p:nvPr>
        </p:nvSpPr>
        <p:spPr>
          <a:prstGeom prst="rect">
            <a:avLst/>
          </a:prstGeom>
        </p:spPr>
        <p:txBody>
          <a:bodyPr/>
          <a:lstStyle/>
          <a:p>
            <a:pPr/>
            <a:r>
              <a:t>USESTATE EXAMPLE</a:t>
            </a:r>
          </a:p>
        </p:txBody>
      </p:sp>
      <p:sp>
        <p:nvSpPr>
          <p:cNvPr id="378" name="import { useState } from &quot;react&quot;;…"/>
          <p:cNvSpPr txBox="1"/>
          <p:nvPr>
            <p:ph type="body" idx="1"/>
          </p:nvPr>
        </p:nvSpPr>
        <p:spPr>
          <a:xfrm>
            <a:off x="1465808" y="2336917"/>
            <a:ext cx="19564689" cy="11031931"/>
          </a:xfrm>
          <a:prstGeom prst="rect">
            <a:avLst/>
          </a:prstGeom>
        </p:spPr>
        <p:txBody>
          <a:bodyPr/>
          <a:lstStyle/>
          <a:p>
            <a:pPr marL="0" indent="0" defTabSz="457200">
              <a:spcBef>
                <a:spcPts val="0"/>
              </a:spcBef>
              <a:buClrTx/>
              <a:buSzTx/>
              <a:buFontTx/>
              <a:buNone/>
              <a:defRPr sz="4200">
                <a:solidFill>
                  <a:srgbClr val="001080"/>
                </a:solidFill>
                <a:latin typeface="Menlo Regular"/>
                <a:ea typeface="Menlo Regular"/>
                <a:cs typeface="Menlo Regular"/>
                <a:sym typeface="Menlo Regular"/>
              </a:defRPr>
            </a:pPr>
            <a:r>
              <a:rPr>
                <a:solidFill>
                  <a:srgbClr val="AF00DB"/>
                </a:solidFill>
              </a:rPr>
              <a:t>import</a:t>
            </a:r>
            <a:r>
              <a:rPr>
                <a:solidFill>
                  <a:srgbClr val="3B3B3B"/>
                </a:solidFill>
              </a:rPr>
              <a:t> { </a:t>
            </a:r>
            <a:r>
              <a:t>useState</a:t>
            </a:r>
            <a:r>
              <a:rPr>
                <a:solidFill>
                  <a:srgbClr val="3B3B3B"/>
                </a:solidFill>
              </a:rPr>
              <a:t> } </a:t>
            </a:r>
            <a:r>
              <a:rPr>
                <a:solidFill>
                  <a:srgbClr val="AF00DB"/>
                </a:solidFill>
              </a:rPr>
              <a:t>from</a:t>
            </a:r>
            <a:r>
              <a:rPr>
                <a:solidFill>
                  <a:srgbClr val="3B3B3B"/>
                </a:solidFill>
              </a:rPr>
              <a:t> </a:t>
            </a:r>
            <a:r>
              <a:rPr>
                <a:solidFill>
                  <a:srgbClr val="A31515"/>
                </a:solidFill>
              </a:rPr>
              <a:t>"react"</a:t>
            </a:r>
            <a:r>
              <a:rPr>
                <a:solidFill>
                  <a:srgbClr val="3B3B3B"/>
                </a:solidFill>
              </a:rPr>
              <a:t>;</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0000FF"/>
                </a:solidFill>
              </a:rPr>
              <a:t>function</a:t>
            </a:r>
            <a:r>
              <a:rPr>
                <a:solidFill>
                  <a:srgbClr val="3B3B3B"/>
                </a:solidFill>
              </a:rPr>
              <a:t> </a:t>
            </a:r>
            <a:r>
              <a:t>LoginForm</a:t>
            </a:r>
            <a:r>
              <a:rPr>
                <a:solidFill>
                  <a:srgbClr val="3B3B3B"/>
                </a:solidFill>
              </a:rPr>
              <a:t>() {</a:t>
            </a:r>
            <a:endParaRPr>
              <a:solidFill>
                <a:srgbClr val="3B3B3B"/>
              </a:solidFill>
            </a:endParaRP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username</a:t>
            </a:r>
            <a:r>
              <a:rPr>
                <a:solidFill>
                  <a:srgbClr val="3B3B3B"/>
                </a:solidFill>
              </a:rPr>
              <a:t>, </a:t>
            </a:r>
            <a:r>
              <a:t>setUsername</a:t>
            </a:r>
            <a:r>
              <a:rPr>
                <a:solidFill>
                  <a:srgbClr val="3B3B3B"/>
                </a:solidFill>
              </a:rPr>
              <a:t>] = </a:t>
            </a:r>
            <a:r>
              <a:t>useState</a:t>
            </a:r>
            <a:r>
              <a:rPr>
                <a:solidFill>
                  <a:srgbClr val="3B3B3B"/>
                </a:solidFill>
              </a:rPr>
              <a:t>(</a:t>
            </a:r>
            <a:r>
              <a:rPr>
                <a:solidFill>
                  <a:srgbClr val="A31515"/>
                </a:solidFill>
              </a:rPr>
              <a:t>""</a:t>
            </a:r>
            <a:r>
              <a:rPr>
                <a:solidFill>
                  <a:srgbClr val="3B3B3B"/>
                </a:solidFill>
              </a:rPr>
              <a:t>);</a:t>
            </a:r>
            <a:endParaRPr>
              <a:solidFill>
                <a:srgbClr val="3B3B3B"/>
              </a:solidFill>
            </a:endParaRP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password</a:t>
            </a:r>
            <a:r>
              <a:rPr>
                <a:solidFill>
                  <a:srgbClr val="3B3B3B"/>
                </a:solidFill>
              </a:rPr>
              <a:t>, </a:t>
            </a:r>
            <a:r>
              <a:t>setPassword</a:t>
            </a:r>
            <a:r>
              <a:rPr>
                <a:solidFill>
                  <a:srgbClr val="3B3B3B"/>
                </a:solidFill>
              </a:rPr>
              <a:t>] = </a:t>
            </a:r>
            <a:r>
              <a:t>useState</a:t>
            </a:r>
            <a:r>
              <a:rPr>
                <a:solidFill>
                  <a:srgbClr val="3B3B3B"/>
                </a:solidFill>
              </a:rPr>
              <a:t>(</a:t>
            </a:r>
            <a:r>
              <a:rPr>
                <a:solidFill>
                  <a:srgbClr val="A31515"/>
                </a:solidFill>
              </a:rPr>
              <a:t>""</a:t>
            </a:r>
            <a:r>
              <a:rPr>
                <a:solidFill>
                  <a:srgbClr val="3B3B3B"/>
                </a:solidFill>
              </a:rPr>
              <a:t>);</a:t>
            </a:r>
            <a:endParaRPr>
              <a:solidFill>
                <a:srgbClr val="3B3B3B"/>
              </a:solidFill>
            </a:endParaRP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submittedData</a:t>
            </a:r>
            <a:r>
              <a:rPr>
                <a:solidFill>
                  <a:srgbClr val="3B3B3B"/>
                </a:solidFill>
              </a:rPr>
              <a:t>, </a:t>
            </a:r>
            <a:r>
              <a:t>setSubmittedData</a:t>
            </a:r>
            <a:r>
              <a:rPr>
                <a:solidFill>
                  <a:srgbClr val="3B3B3B"/>
                </a:solidFill>
              </a:rPr>
              <a:t>] = </a:t>
            </a:r>
            <a:r>
              <a:t>useState</a:t>
            </a:r>
            <a:r>
              <a:rPr>
                <a:solidFill>
                  <a:srgbClr val="3B3B3B"/>
                </a:solidFill>
              </a:rPr>
              <a:t>(</a:t>
            </a:r>
            <a:r>
              <a:rPr>
                <a:solidFill>
                  <a:srgbClr val="0000FF"/>
                </a:solidFill>
              </a:rPr>
              <a:t>null</a:t>
            </a:r>
            <a:r>
              <a:rPr>
                <a:solidFill>
                  <a:srgbClr val="3B3B3B"/>
                </a:solidFill>
              </a:rPr>
              <a:t>);</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t>handleSubmit</a:t>
            </a:r>
            <a:r>
              <a:rPr>
                <a:solidFill>
                  <a:srgbClr val="3B3B3B"/>
                </a:solidFill>
              </a:rPr>
              <a:t> = (</a:t>
            </a:r>
            <a:r>
              <a:rPr>
                <a:solidFill>
                  <a:srgbClr val="001080"/>
                </a:solidFill>
              </a:rPr>
              <a:t>e</a:t>
            </a:r>
            <a:r>
              <a:rPr>
                <a:solidFill>
                  <a:srgbClr val="3B3B3B"/>
                </a:solidFill>
              </a:rPr>
              <a:t>) </a:t>
            </a:r>
            <a:r>
              <a:rPr>
                <a:solidFill>
                  <a:srgbClr val="0000FF"/>
                </a:solidFill>
              </a:rPr>
              <a:t>=&gt;</a:t>
            </a:r>
            <a:r>
              <a:rPr>
                <a:solidFill>
                  <a:srgbClr val="3B3B3B"/>
                </a:solidFill>
              </a:rPr>
              <a:t> {</a:t>
            </a:r>
            <a:endParaRPr>
              <a:solidFill>
                <a:srgbClr val="3B3B3B"/>
              </a:solidFill>
            </a:endParaRPr>
          </a:p>
          <a:p>
            <a:pPr marL="0" indent="0" defTabSz="457200">
              <a:spcBef>
                <a:spcPts val="0"/>
              </a:spcBef>
              <a:buClrTx/>
              <a:buSzTx/>
              <a:buFontTx/>
              <a:buNone/>
              <a:defRPr sz="4200">
                <a:solidFill>
                  <a:srgbClr val="008000"/>
                </a:solidFill>
                <a:latin typeface="Menlo Regular"/>
                <a:ea typeface="Menlo Regular"/>
                <a:cs typeface="Menlo Regular"/>
                <a:sym typeface="Menlo Regular"/>
              </a:defRPr>
            </a:pPr>
            <a:r>
              <a:rPr>
                <a:solidFill>
                  <a:srgbClr val="3B3B3B"/>
                </a:solidFill>
              </a:rPr>
              <a:t>    </a:t>
            </a:r>
            <a:r>
              <a:rPr>
                <a:solidFill>
                  <a:srgbClr val="001080"/>
                </a:solidFill>
              </a:rPr>
              <a:t>e</a:t>
            </a:r>
            <a:r>
              <a:rPr>
                <a:solidFill>
                  <a:srgbClr val="3B3B3B"/>
                </a:solidFill>
              </a:rPr>
              <a:t>.</a:t>
            </a:r>
            <a:r>
              <a:rPr>
                <a:solidFill>
                  <a:srgbClr val="795E26"/>
                </a:solidFill>
              </a:rPr>
              <a:t>preventDefault</a:t>
            </a:r>
            <a:r>
              <a:rPr>
                <a:solidFill>
                  <a:srgbClr val="3B3B3B"/>
                </a:solidFill>
              </a:rPr>
              <a:t>(); </a:t>
            </a:r>
            <a:r>
              <a:t>// stop page refresh</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p>
          <a:p>
            <a:pPr marL="0" indent="0" defTabSz="457200">
              <a:spcBef>
                <a:spcPts val="0"/>
              </a:spcBef>
              <a:buClrTx/>
              <a:buSzTx/>
              <a:buFontTx/>
              <a:buNone/>
              <a:defRPr sz="4200">
                <a:solidFill>
                  <a:srgbClr val="795E26"/>
                </a:solidFill>
                <a:latin typeface="Menlo Regular"/>
                <a:ea typeface="Menlo Regular"/>
                <a:cs typeface="Menlo Regular"/>
                <a:sym typeface="Menlo Regular"/>
              </a:defRPr>
            </a:pPr>
            <a:r>
              <a:rPr>
                <a:solidFill>
                  <a:srgbClr val="3B3B3B"/>
                </a:solidFill>
              </a:rPr>
              <a:t>    </a:t>
            </a:r>
            <a:r>
              <a:t>setSubmittedData</a:t>
            </a:r>
            <a:r>
              <a:rPr>
                <a:solidFill>
                  <a:srgbClr val="3B3B3B"/>
                </a:solidFill>
              </a:rPr>
              <a:t>({</a:t>
            </a:r>
            <a:endParaRPr>
              <a:solidFill>
                <a:srgbClr val="3B3B3B"/>
              </a:solidFill>
            </a:endParaRPr>
          </a:p>
          <a:p>
            <a:pPr marL="0" indent="0" defTabSz="457200">
              <a:spcBef>
                <a:spcPts val="0"/>
              </a:spcBef>
              <a:buClrTx/>
              <a:buSzTx/>
              <a:buFontTx/>
              <a:buNone/>
              <a:defRPr sz="4200">
                <a:solidFill>
                  <a:srgbClr val="001080"/>
                </a:solidFill>
                <a:latin typeface="Menlo Regular"/>
                <a:ea typeface="Menlo Regular"/>
                <a:cs typeface="Menlo Regular"/>
                <a:sym typeface="Menlo Regular"/>
              </a:defRPr>
            </a:pPr>
            <a:r>
              <a:rPr>
                <a:solidFill>
                  <a:srgbClr val="3B3B3B"/>
                </a:solidFill>
              </a:rPr>
              <a:t>      </a:t>
            </a:r>
            <a:r>
              <a:t>username:</a:t>
            </a:r>
            <a:r>
              <a:rPr>
                <a:solidFill>
                  <a:srgbClr val="3B3B3B"/>
                </a:solidFill>
              </a:rPr>
              <a:t> </a:t>
            </a:r>
            <a:r>
              <a:rPr>
                <a:solidFill>
                  <a:srgbClr val="0070C1"/>
                </a:solidFill>
              </a:rPr>
              <a:t>username</a:t>
            </a:r>
            <a:r>
              <a:rPr>
                <a:solidFill>
                  <a:srgbClr val="3B3B3B"/>
                </a:solidFill>
              </a:rPr>
              <a:t>,</a:t>
            </a:r>
            <a:endParaRPr>
              <a:solidFill>
                <a:srgbClr val="3B3B3B"/>
              </a:solidFill>
            </a:endParaRPr>
          </a:p>
          <a:p>
            <a:pPr marL="0" indent="0" defTabSz="457200">
              <a:spcBef>
                <a:spcPts val="0"/>
              </a:spcBef>
              <a:buClrTx/>
              <a:buSzTx/>
              <a:buFontTx/>
              <a:buNone/>
              <a:defRPr sz="4200">
                <a:solidFill>
                  <a:srgbClr val="001080"/>
                </a:solidFill>
                <a:latin typeface="Menlo Regular"/>
                <a:ea typeface="Menlo Regular"/>
                <a:cs typeface="Menlo Regular"/>
                <a:sym typeface="Menlo Regular"/>
              </a:defRPr>
            </a:pPr>
            <a:r>
              <a:rPr>
                <a:solidFill>
                  <a:srgbClr val="3B3B3B"/>
                </a:solidFill>
              </a:rPr>
              <a:t>      </a:t>
            </a:r>
            <a:r>
              <a:t>password:</a:t>
            </a:r>
            <a:r>
              <a:rPr>
                <a:solidFill>
                  <a:srgbClr val="3B3B3B"/>
                </a:solidFill>
              </a:rPr>
              <a:t> </a:t>
            </a:r>
            <a:r>
              <a:rPr>
                <a:solidFill>
                  <a:srgbClr val="0070C1"/>
                </a:solidFill>
              </a:rPr>
              <a:t>password</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0" name="return (…"/>
          <p:cNvSpPr txBox="1"/>
          <p:nvPr>
            <p:ph type="body" idx="1"/>
          </p:nvPr>
        </p:nvSpPr>
        <p:spPr>
          <a:xfrm>
            <a:off x="1146695" y="685037"/>
            <a:ext cx="20746770" cy="11798192"/>
          </a:xfrm>
          <a:prstGeom prst="rect">
            <a:avLst/>
          </a:prstGeom>
        </p:spPr>
        <p:txBody>
          <a:bodyPr/>
          <a:lstStyle/>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p>
          <a:p>
            <a:pPr marL="0" indent="0" defTabSz="347472">
              <a:spcBef>
                <a:spcPts val="0"/>
              </a:spcBef>
              <a:buClrTx/>
              <a:buSzTx/>
              <a:buFontTx/>
              <a:buNone/>
              <a:defRPr sz="3040">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 (</a:t>
            </a:r>
            <a:endParaRPr>
              <a:solidFill>
                <a:srgbClr val="3B3B3B"/>
              </a:solidFill>
            </a:endParaRP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&lt;h2&gt;</a:t>
            </a:r>
            <a:r>
              <a:t>Login Form</a:t>
            </a:r>
            <a:r>
              <a:rPr>
                <a:solidFill>
                  <a:srgbClr val="800000"/>
                </a:solidFill>
              </a:rPr>
              <a:t>&lt;/h2&gt;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p>
          <a:p>
            <a:pPr marL="0" indent="0" defTabSz="347472">
              <a:spcBef>
                <a:spcPts val="0"/>
              </a:spcBef>
              <a:buClrTx/>
              <a:buSzTx/>
              <a:buFontTx/>
              <a:buNone/>
              <a:defRPr sz="3040">
                <a:solidFill>
                  <a:srgbClr val="795E26"/>
                </a:solidFill>
                <a:latin typeface="Menlo Regular"/>
                <a:ea typeface="Menlo Regular"/>
                <a:cs typeface="Menlo Regular"/>
                <a:sym typeface="Menlo Regular"/>
              </a:defRPr>
            </a:pPr>
            <a:r>
              <a:rPr>
                <a:solidFill>
                  <a:srgbClr val="3B3B3B"/>
                </a:solidFill>
              </a:rPr>
              <a:t>      </a:t>
            </a:r>
            <a:r>
              <a:rPr>
                <a:solidFill>
                  <a:srgbClr val="800000"/>
                </a:solidFill>
              </a:rPr>
              <a:t>&lt;form</a:t>
            </a:r>
            <a:r>
              <a:rPr>
                <a:solidFill>
                  <a:srgbClr val="3B3B3B"/>
                </a:solidFill>
              </a:rPr>
              <a:t> </a:t>
            </a:r>
            <a:r>
              <a:rPr>
                <a:solidFill>
                  <a:srgbClr val="E50000"/>
                </a:solidFill>
              </a:rPr>
              <a:t>onSubmit</a:t>
            </a:r>
            <a:r>
              <a:rPr>
                <a:solidFill>
                  <a:srgbClr val="3B3B3B"/>
                </a:solidFill>
              </a:rPr>
              <a:t>=</a:t>
            </a:r>
            <a:r>
              <a:rPr>
                <a:solidFill>
                  <a:srgbClr val="0000FF"/>
                </a:solidFill>
              </a:rPr>
              <a:t>{</a:t>
            </a:r>
            <a:r>
              <a:t>handleSubmit</a:t>
            </a:r>
            <a:r>
              <a:rPr>
                <a:solidFill>
                  <a:srgbClr val="0000FF"/>
                </a:solidFill>
              </a:rPr>
              <a:t>}</a:t>
            </a:r>
            <a:r>
              <a:rPr>
                <a:solidFill>
                  <a:srgbClr val="800000"/>
                </a:solidFill>
              </a:rPr>
              <a:t>&gt;</a:t>
            </a:r>
            <a:endParaRPr>
              <a:solidFill>
                <a:srgbClr val="3B3B3B"/>
              </a:solidFill>
            </a:endParaRP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&lt;div&gt;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&lt;input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E50000"/>
                </a:solidFill>
              </a:rPr>
              <a:t>type</a:t>
            </a:r>
            <a:r>
              <a:t>=</a:t>
            </a:r>
            <a:r>
              <a:rPr>
                <a:solidFill>
                  <a:srgbClr val="A31515"/>
                </a:solidFill>
              </a:rPr>
              <a:t>"text"</a:t>
            </a:r>
          </a:p>
          <a:p>
            <a:pPr marL="0" indent="0" defTabSz="347472">
              <a:spcBef>
                <a:spcPts val="0"/>
              </a:spcBef>
              <a:buClrTx/>
              <a:buSzTx/>
              <a:buFontTx/>
              <a:buNone/>
              <a:defRPr sz="3040">
                <a:solidFill>
                  <a:srgbClr val="A31515"/>
                </a:solidFill>
                <a:latin typeface="Menlo Regular"/>
                <a:ea typeface="Menlo Regular"/>
                <a:cs typeface="Menlo Regular"/>
                <a:sym typeface="Menlo Regular"/>
              </a:defRPr>
            </a:pPr>
            <a:r>
              <a:rPr>
                <a:solidFill>
                  <a:srgbClr val="3B3B3B"/>
                </a:solidFill>
              </a:rPr>
              <a:t>            </a:t>
            </a:r>
            <a:r>
              <a:rPr>
                <a:solidFill>
                  <a:srgbClr val="E50000"/>
                </a:solidFill>
              </a:rPr>
              <a:t>placeholder</a:t>
            </a:r>
            <a:r>
              <a:rPr>
                <a:solidFill>
                  <a:srgbClr val="3B3B3B"/>
                </a:solidFill>
              </a:rPr>
              <a:t>=</a:t>
            </a:r>
            <a:r>
              <a:t>"Enter Username"</a:t>
            </a:r>
            <a:endParaRPr>
              <a:solidFill>
                <a:srgbClr val="3B3B3B"/>
              </a:solidFill>
            </a:endParaRP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E50000"/>
                </a:solidFill>
              </a:rPr>
              <a:t>value</a:t>
            </a:r>
            <a:r>
              <a:t>=</a:t>
            </a:r>
            <a:r>
              <a:rPr>
                <a:solidFill>
                  <a:srgbClr val="0000FF"/>
                </a:solidFill>
              </a:rPr>
              <a:t>{</a:t>
            </a:r>
            <a:r>
              <a:rPr>
                <a:solidFill>
                  <a:srgbClr val="0070C1"/>
                </a:solidFill>
              </a:rPr>
              <a:t>username</a:t>
            </a:r>
            <a:r>
              <a:rPr>
                <a:solidFill>
                  <a:srgbClr val="0000FF"/>
                </a:solidFill>
              </a:rPr>
              <a: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E50000"/>
                </a:solidFill>
              </a:rPr>
              <a:t>onChange</a:t>
            </a:r>
            <a:r>
              <a:t>=</a:t>
            </a:r>
            <a:r>
              <a:rPr>
                <a:solidFill>
                  <a:srgbClr val="0000FF"/>
                </a:solidFill>
              </a:rPr>
              <a:t>{</a:t>
            </a:r>
            <a:r>
              <a:t>(</a:t>
            </a:r>
            <a:r>
              <a:rPr>
                <a:solidFill>
                  <a:srgbClr val="001080"/>
                </a:solidFill>
              </a:rPr>
              <a:t>e</a:t>
            </a:r>
            <a:r>
              <a:t>) </a:t>
            </a:r>
            <a:r>
              <a:rPr>
                <a:solidFill>
                  <a:srgbClr val="0000FF"/>
                </a:solidFill>
              </a:rPr>
              <a:t>=&gt;</a:t>
            </a:r>
            <a:r>
              <a:t> </a:t>
            </a:r>
            <a:r>
              <a:rPr>
                <a:solidFill>
                  <a:srgbClr val="795E26"/>
                </a:solidFill>
              </a:rPr>
              <a:t>setUsername</a:t>
            </a:r>
            <a:r>
              <a:t>(</a:t>
            </a:r>
            <a:r>
              <a:rPr>
                <a:solidFill>
                  <a:srgbClr val="001080"/>
                </a:solidFill>
              </a:rPr>
              <a:t>e</a:t>
            </a:r>
            <a:r>
              <a:t>.</a:t>
            </a:r>
            <a:r>
              <a:rPr>
                <a:solidFill>
                  <a:srgbClr val="001080"/>
                </a:solidFill>
              </a:rPr>
              <a:t>target</a:t>
            </a:r>
            <a:r>
              <a:t>.</a:t>
            </a:r>
            <a:r>
              <a:rPr>
                <a:solidFill>
                  <a:srgbClr val="001080"/>
                </a:solidFill>
              </a:rPr>
              <a:t>value</a:t>
            </a:r>
            <a:r>
              <a:t>)</a:t>
            </a:r>
            <a:r>
              <a:rPr>
                <a:solidFill>
                  <a:srgbClr val="0000FF"/>
                </a:solidFill>
              </a:rPr>
              <a: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&lt;/div&gt;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&lt;div&gt;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&lt;input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E50000"/>
                </a:solidFill>
              </a:rPr>
              <a:t>type</a:t>
            </a:r>
            <a:r>
              <a:t>=</a:t>
            </a:r>
            <a:r>
              <a:rPr>
                <a:solidFill>
                  <a:srgbClr val="A31515"/>
                </a:solidFill>
              </a:rPr>
              <a:t>"password"</a:t>
            </a:r>
          </a:p>
          <a:p>
            <a:pPr marL="0" indent="0" defTabSz="347472">
              <a:spcBef>
                <a:spcPts val="0"/>
              </a:spcBef>
              <a:buClrTx/>
              <a:buSzTx/>
              <a:buFontTx/>
              <a:buNone/>
              <a:defRPr sz="3040">
                <a:solidFill>
                  <a:srgbClr val="A31515"/>
                </a:solidFill>
                <a:latin typeface="Menlo Regular"/>
                <a:ea typeface="Menlo Regular"/>
                <a:cs typeface="Menlo Regular"/>
                <a:sym typeface="Menlo Regular"/>
              </a:defRPr>
            </a:pPr>
            <a:r>
              <a:rPr>
                <a:solidFill>
                  <a:srgbClr val="3B3B3B"/>
                </a:solidFill>
              </a:rPr>
              <a:t>            </a:t>
            </a:r>
            <a:r>
              <a:rPr>
                <a:solidFill>
                  <a:srgbClr val="E50000"/>
                </a:solidFill>
              </a:rPr>
              <a:t>placeholder</a:t>
            </a:r>
            <a:r>
              <a:rPr>
                <a:solidFill>
                  <a:srgbClr val="3B3B3B"/>
                </a:solidFill>
              </a:rPr>
              <a:t>=</a:t>
            </a:r>
            <a:r>
              <a:t>"Enter Password"</a:t>
            </a:r>
            <a:endParaRPr>
              <a:solidFill>
                <a:srgbClr val="3B3B3B"/>
              </a:solidFill>
            </a:endParaRP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E50000"/>
                </a:solidFill>
              </a:rPr>
              <a:t>value</a:t>
            </a:r>
            <a:r>
              <a:t>=</a:t>
            </a:r>
            <a:r>
              <a:rPr>
                <a:solidFill>
                  <a:srgbClr val="0000FF"/>
                </a:solidFill>
              </a:rPr>
              <a:t>{</a:t>
            </a:r>
            <a:r>
              <a:rPr>
                <a:solidFill>
                  <a:srgbClr val="0070C1"/>
                </a:solidFill>
              </a:rPr>
              <a:t>password</a:t>
            </a:r>
            <a:r>
              <a:rPr>
                <a:solidFill>
                  <a:srgbClr val="0000FF"/>
                </a:solidFill>
              </a:rPr>
              <a: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E50000"/>
                </a:solidFill>
              </a:rPr>
              <a:t>onChange</a:t>
            </a:r>
            <a:r>
              <a:t>=</a:t>
            </a:r>
            <a:r>
              <a:rPr>
                <a:solidFill>
                  <a:srgbClr val="0000FF"/>
                </a:solidFill>
              </a:rPr>
              <a:t>{</a:t>
            </a:r>
            <a:r>
              <a:t>(</a:t>
            </a:r>
            <a:r>
              <a:rPr>
                <a:solidFill>
                  <a:srgbClr val="001080"/>
                </a:solidFill>
              </a:rPr>
              <a:t>e</a:t>
            </a:r>
            <a:r>
              <a:t>) </a:t>
            </a:r>
            <a:r>
              <a:rPr>
                <a:solidFill>
                  <a:srgbClr val="0000FF"/>
                </a:solidFill>
              </a:rPr>
              <a:t>=&gt;</a:t>
            </a:r>
            <a:r>
              <a:t> </a:t>
            </a:r>
            <a:r>
              <a:rPr>
                <a:solidFill>
                  <a:srgbClr val="795E26"/>
                </a:solidFill>
              </a:rPr>
              <a:t>setPassword</a:t>
            </a:r>
            <a:r>
              <a:t>(</a:t>
            </a:r>
            <a:r>
              <a:rPr>
                <a:solidFill>
                  <a:srgbClr val="001080"/>
                </a:solidFill>
              </a:rPr>
              <a:t>e</a:t>
            </a:r>
            <a:r>
              <a:t>.</a:t>
            </a:r>
            <a:r>
              <a:rPr>
                <a:solidFill>
                  <a:srgbClr val="001080"/>
                </a:solidFill>
              </a:rPr>
              <a:t>target</a:t>
            </a:r>
            <a:r>
              <a:t>.</a:t>
            </a:r>
            <a:r>
              <a:rPr>
                <a:solidFill>
                  <a:srgbClr val="001080"/>
                </a:solidFill>
              </a:rPr>
              <a:t>value</a:t>
            </a:r>
            <a:r>
              <a:t>)</a:t>
            </a:r>
            <a:r>
              <a:rPr>
                <a:solidFill>
                  <a:srgbClr val="0000FF"/>
                </a:solidFill>
              </a:rPr>
              <a: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r>
              <a:t>        </a:t>
            </a:r>
            <a:r>
              <a:rPr>
                <a:solidFill>
                  <a:srgbClr val="800000"/>
                </a:solidFill>
              </a:rPr>
              <a:t>&lt;/div&gt;</a:t>
            </a:r>
          </a:p>
          <a:p>
            <a:pPr marL="0" indent="0" defTabSz="347472">
              <a:spcBef>
                <a:spcPts val="0"/>
              </a:spcBef>
              <a:buClrTx/>
              <a:buSzTx/>
              <a:buFontTx/>
              <a:buNone/>
              <a:defRPr sz="3040">
                <a:solidFill>
                  <a:srgbClr val="3B3B3B"/>
                </a:solidFill>
                <a:latin typeface="Menlo Regular"/>
                <a:ea typeface="Menlo Regular"/>
                <a:cs typeface="Menlo Regular"/>
                <a:sym typeface="Menlo Regular"/>
              </a:defRPr>
            </a:pPr>
          </a:p>
          <a:p>
            <a:pPr marL="0" indent="0" defTabSz="347472">
              <a:spcBef>
                <a:spcPts val="0"/>
              </a:spcBef>
              <a:buClrTx/>
              <a:buSzTx/>
              <a:buFontTx/>
              <a:buNone/>
              <a:defRPr sz="3040">
                <a:solidFill>
                  <a:srgbClr val="800000"/>
                </a:solidFill>
                <a:latin typeface="Menlo Regular"/>
                <a:ea typeface="Menlo Regular"/>
                <a:cs typeface="Menlo Regular"/>
                <a:sym typeface="Menlo Regular"/>
              </a:defRPr>
            </a:pPr>
            <a:r>
              <a:rPr>
                <a:solidFill>
                  <a:srgbClr val="3B3B3B"/>
                </a:solidFill>
              </a:rPr>
              <a:t>        </a:t>
            </a:r>
            <a:r>
              <a:t>&lt;button</a:t>
            </a:r>
            <a:r>
              <a:rPr>
                <a:solidFill>
                  <a:srgbClr val="3B3B3B"/>
                </a:solidFill>
              </a:rPr>
              <a:t> </a:t>
            </a:r>
            <a:r>
              <a:rPr>
                <a:solidFill>
                  <a:srgbClr val="E50000"/>
                </a:solidFill>
              </a:rPr>
              <a:t>type</a:t>
            </a:r>
            <a:r>
              <a:rPr>
                <a:solidFill>
                  <a:srgbClr val="3B3B3B"/>
                </a:solidFill>
              </a:rPr>
              <a:t>=</a:t>
            </a:r>
            <a:r>
              <a:rPr>
                <a:solidFill>
                  <a:srgbClr val="A31515"/>
                </a:solidFill>
              </a:rPr>
              <a:t>"submit"</a:t>
            </a:r>
            <a:r>
              <a:t>&gt;</a:t>
            </a:r>
            <a:r>
              <a:rPr>
                <a:solidFill>
                  <a:srgbClr val="3B3B3B"/>
                </a:solidFill>
              </a:rPr>
              <a:t>Login</a:t>
            </a:r>
            <a:r>
              <a:t>&lt;/button&gt;</a:t>
            </a:r>
            <a:endParaRPr>
              <a:solidFill>
                <a:srgbClr val="3B3B3B"/>
              </a:solidFill>
            </a:endParaRPr>
          </a:p>
          <a:p>
            <a:pPr marL="0" indent="0" defTabSz="347472">
              <a:spcBef>
                <a:spcPts val="0"/>
              </a:spcBef>
              <a:buClrTx/>
              <a:buSzTx/>
              <a:buFontTx/>
              <a:buNone/>
              <a:defRPr sz="3040">
                <a:solidFill>
                  <a:srgbClr val="800000"/>
                </a:solidFill>
                <a:latin typeface="Menlo Regular"/>
                <a:ea typeface="Menlo Regular"/>
                <a:cs typeface="Menlo Regular"/>
                <a:sym typeface="Menlo Regular"/>
              </a:defRPr>
            </a:pPr>
            <a:r>
              <a:rPr>
                <a:solidFill>
                  <a:srgbClr val="3B3B3B"/>
                </a:solidFill>
              </a:rPr>
              <a:t>      </a:t>
            </a:r>
            <a:r>
              <a:t>&lt;/form&gt;</a:t>
            </a:r>
          </a:p>
        </p:txBody>
      </p:sp>
    </p:spTree>
  </p:cSld>
  <p:clrMapOvr>
    <a:masterClrMapping/>
  </p:clrMapOvr>
  <p:transition xmlns:p14="http://schemas.microsoft.com/office/powerpoint/2010/main" spd="med" advClick="1"/>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ubmittedData &amp;&amp; (…"/>
          <p:cNvSpPr txBox="1"/>
          <p:nvPr>
            <p:ph type="body" idx="1"/>
          </p:nvPr>
        </p:nvSpPr>
        <p:spPr>
          <a:xfrm>
            <a:off x="2122806" y="46811"/>
            <a:ext cx="18644085" cy="11744297"/>
          </a:xfrm>
          <a:prstGeom prst="rect">
            <a:avLst/>
          </a:prstGeom>
        </p:spPr>
        <p:txBody>
          <a:bodyPr/>
          <a:lstStyle/>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p>
          <a:p>
            <a:pPr marL="0" indent="0" defTabSz="457200">
              <a:spcBef>
                <a:spcPts val="0"/>
              </a:spcBef>
              <a:buClrTx/>
              <a:buSzTx/>
              <a:buFontTx/>
              <a:buNone/>
              <a:defRPr sz="4300">
                <a:solidFill>
                  <a:srgbClr val="008000"/>
                </a:solidFill>
                <a:latin typeface="Menlo Regular"/>
                <a:ea typeface="Menlo Regular"/>
                <a:cs typeface="Menlo Regular"/>
                <a:sym typeface="Menlo Regular"/>
              </a:defRPr>
            </a:pPr>
            <a:r>
              <a:rPr>
                <a:solidFill>
                  <a:srgbClr val="3B3B3B"/>
                </a:solidFill>
              </a:rPr>
              <a:t>      </a:t>
            </a:r>
            <a:endParaRPr>
              <a:solidFill>
                <a:srgbClr val="3B3B3B"/>
              </a:solidFill>
            </a:endParaRPr>
          </a:p>
          <a:p>
            <a:pPr marL="0" indent="0" defTabSz="457200">
              <a:spcBef>
                <a:spcPts val="0"/>
              </a:spcBef>
              <a:buClrTx/>
              <a:buSzTx/>
              <a:buFontTx/>
              <a:buNone/>
              <a:defRPr sz="4300">
                <a:solidFill>
                  <a:srgbClr val="0070C1"/>
                </a:solidFill>
                <a:latin typeface="Menlo Regular"/>
                <a:ea typeface="Menlo Regular"/>
                <a:cs typeface="Menlo Regular"/>
                <a:sym typeface="Menlo Regular"/>
              </a:defRPr>
            </a:pPr>
            <a:r>
              <a:rPr>
                <a:solidFill>
                  <a:srgbClr val="3B3B3B"/>
                </a:solidFill>
              </a:rPr>
              <a:t>      </a:t>
            </a:r>
            <a:r>
              <a:rPr>
                <a:solidFill>
                  <a:srgbClr val="0000FF"/>
                </a:solidFill>
              </a:rPr>
              <a:t>{</a:t>
            </a:r>
            <a:r>
              <a:t>submittedData</a:t>
            </a:r>
            <a:r>
              <a:rPr>
                <a:solidFill>
                  <a:srgbClr val="3B3B3B"/>
                </a:solidFill>
              </a:rPr>
              <a:t> &amp;&amp; (</a:t>
            </a:r>
            <a:endParaRPr>
              <a:solidFill>
                <a:srgbClr val="3B3B3B"/>
              </a:solidFill>
            </a:endParaRP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r>
              <a:t>        </a:t>
            </a:r>
            <a:r>
              <a:rPr>
                <a:solidFill>
                  <a:srgbClr val="800000"/>
                </a:solidFill>
              </a:rPr>
              <a:t>&lt;div&gt;</a:t>
            </a: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r>
              <a:t>          </a:t>
            </a:r>
            <a:r>
              <a:rPr>
                <a:solidFill>
                  <a:srgbClr val="800000"/>
                </a:solidFill>
              </a:rPr>
              <a:t>&lt;h3&gt;</a:t>
            </a:r>
            <a:r>
              <a:t>Entered Data</a:t>
            </a:r>
            <a:r>
              <a:rPr>
                <a:solidFill>
                  <a:srgbClr val="800000"/>
                </a:solidFill>
              </a:rPr>
              <a:t>&lt;/h3&gt;</a:t>
            </a:r>
          </a:p>
          <a:p>
            <a:pPr marL="0" indent="0" defTabSz="457200">
              <a:spcBef>
                <a:spcPts val="0"/>
              </a:spcBef>
              <a:buClrTx/>
              <a:buSzTx/>
              <a:buFontTx/>
              <a:buNone/>
              <a:defRPr sz="4300">
                <a:solidFill>
                  <a:srgbClr val="0070C1"/>
                </a:solidFill>
                <a:latin typeface="Menlo Regular"/>
                <a:ea typeface="Menlo Regular"/>
                <a:cs typeface="Menlo Regular"/>
                <a:sym typeface="Menlo Regular"/>
              </a:defRPr>
            </a:pPr>
            <a:r>
              <a:rPr>
                <a:solidFill>
                  <a:srgbClr val="3B3B3B"/>
                </a:solidFill>
              </a:rPr>
              <a:t>          </a:t>
            </a:r>
            <a:r>
              <a:rPr>
                <a:solidFill>
                  <a:srgbClr val="800000"/>
                </a:solidFill>
              </a:rPr>
              <a:t>&lt;p&gt;</a:t>
            </a:r>
            <a:r>
              <a:rPr>
                <a:solidFill>
                  <a:srgbClr val="3B3B3B"/>
                </a:solidFill>
              </a:rPr>
              <a:t>Username: </a:t>
            </a:r>
            <a:r>
              <a:rPr>
                <a:solidFill>
                  <a:srgbClr val="0000FF"/>
                </a:solidFill>
              </a:rPr>
              <a:t>{</a:t>
            </a:r>
            <a:r>
              <a:t>submittedData</a:t>
            </a:r>
            <a:r>
              <a:rPr>
                <a:solidFill>
                  <a:srgbClr val="3B3B3B"/>
                </a:solidFill>
              </a:rPr>
              <a:t>.</a:t>
            </a:r>
            <a:r>
              <a:rPr>
                <a:solidFill>
                  <a:srgbClr val="001080"/>
                </a:solidFill>
              </a:rPr>
              <a:t>username</a:t>
            </a:r>
            <a:r>
              <a:rPr>
                <a:solidFill>
                  <a:srgbClr val="0000FF"/>
                </a:solidFill>
              </a:rPr>
              <a:t>}</a:t>
            </a:r>
            <a:r>
              <a:rPr>
                <a:solidFill>
                  <a:srgbClr val="800000"/>
                </a:solidFill>
              </a:rPr>
              <a:t>&lt;/p&gt;</a:t>
            </a:r>
            <a:endParaRPr>
              <a:solidFill>
                <a:srgbClr val="3B3B3B"/>
              </a:solidFill>
            </a:endParaRPr>
          </a:p>
          <a:p>
            <a:pPr marL="0" indent="0" defTabSz="457200">
              <a:spcBef>
                <a:spcPts val="0"/>
              </a:spcBef>
              <a:buClrTx/>
              <a:buSzTx/>
              <a:buFontTx/>
              <a:buNone/>
              <a:defRPr sz="4300">
                <a:solidFill>
                  <a:srgbClr val="0070C1"/>
                </a:solidFill>
                <a:latin typeface="Menlo Regular"/>
                <a:ea typeface="Menlo Regular"/>
                <a:cs typeface="Menlo Regular"/>
                <a:sym typeface="Menlo Regular"/>
              </a:defRPr>
            </a:pPr>
            <a:r>
              <a:rPr>
                <a:solidFill>
                  <a:srgbClr val="3B3B3B"/>
                </a:solidFill>
              </a:rPr>
              <a:t>          </a:t>
            </a:r>
            <a:r>
              <a:rPr>
                <a:solidFill>
                  <a:srgbClr val="800000"/>
                </a:solidFill>
              </a:rPr>
              <a:t>&lt;p&gt;</a:t>
            </a:r>
            <a:r>
              <a:rPr>
                <a:solidFill>
                  <a:srgbClr val="3B3B3B"/>
                </a:solidFill>
              </a:rPr>
              <a:t>Password: </a:t>
            </a:r>
            <a:r>
              <a:rPr>
                <a:solidFill>
                  <a:srgbClr val="0000FF"/>
                </a:solidFill>
              </a:rPr>
              <a:t>{</a:t>
            </a:r>
            <a:r>
              <a:t>submittedData</a:t>
            </a:r>
            <a:r>
              <a:rPr>
                <a:solidFill>
                  <a:srgbClr val="3B3B3B"/>
                </a:solidFill>
              </a:rPr>
              <a:t>.</a:t>
            </a:r>
            <a:r>
              <a:rPr>
                <a:solidFill>
                  <a:srgbClr val="001080"/>
                </a:solidFill>
              </a:rPr>
              <a:t>password</a:t>
            </a:r>
            <a:r>
              <a:rPr>
                <a:solidFill>
                  <a:srgbClr val="0000FF"/>
                </a:solidFill>
              </a:rPr>
              <a:t>}</a:t>
            </a:r>
            <a:r>
              <a:rPr>
                <a:solidFill>
                  <a:srgbClr val="800000"/>
                </a:solidFill>
              </a:rPr>
              <a:t>&lt;/p&gt;</a:t>
            </a:r>
            <a:endParaRPr>
              <a:solidFill>
                <a:srgbClr val="3B3B3B"/>
              </a:solidFill>
            </a:endParaRP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r>
              <a:t>        </a:t>
            </a:r>
            <a:r>
              <a:rPr>
                <a:solidFill>
                  <a:srgbClr val="800000"/>
                </a:solidFill>
              </a:rPr>
              <a:t>&lt;/div&gt;</a:t>
            </a: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r>
              <a:t>      )</a:t>
            </a:r>
            <a:r>
              <a:rPr>
                <a:solidFill>
                  <a:srgbClr val="0000FF"/>
                </a:solidFill>
              </a:rPr>
              <a:t>}</a:t>
            </a: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r>
              <a:t>    </a:t>
            </a:r>
            <a:r>
              <a:rPr>
                <a:solidFill>
                  <a:srgbClr val="800000"/>
                </a:solidFill>
              </a:rPr>
              <a:t>&lt;/&gt;</a:t>
            </a: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r>
              <a:t>}</a:t>
            </a: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p>
          <a:p>
            <a:pPr marL="0" indent="0" defTabSz="457200">
              <a:spcBef>
                <a:spcPts val="0"/>
              </a:spcBef>
              <a:buClrTx/>
              <a:buSzTx/>
              <a:buFontTx/>
              <a:buNone/>
              <a:defRPr sz="4300">
                <a:solidFill>
                  <a:srgbClr val="795E26"/>
                </a:solidFill>
                <a:latin typeface="Menlo Regular"/>
                <a:ea typeface="Menlo Regular"/>
                <a:cs typeface="Menlo Regular"/>
                <a:sym typeface="Menlo Regular"/>
              </a:defRPr>
            </a:pPr>
            <a:r>
              <a:rPr>
                <a:solidFill>
                  <a:srgbClr val="AF00DB"/>
                </a:solidFill>
              </a:rPr>
              <a:t>export</a:t>
            </a:r>
            <a:r>
              <a:rPr>
                <a:solidFill>
                  <a:srgbClr val="3B3B3B"/>
                </a:solidFill>
              </a:rPr>
              <a:t> </a:t>
            </a:r>
            <a:r>
              <a:rPr>
                <a:solidFill>
                  <a:srgbClr val="AF00DB"/>
                </a:solidFill>
              </a:rPr>
              <a:t>default</a:t>
            </a:r>
            <a:r>
              <a:rPr>
                <a:solidFill>
                  <a:srgbClr val="3B3B3B"/>
                </a:solidFill>
              </a:rPr>
              <a:t> </a:t>
            </a:r>
            <a:r>
              <a:t>LoginForm</a:t>
            </a:r>
            <a:r>
              <a:rPr>
                <a:solidFill>
                  <a:srgbClr val="3B3B3B"/>
                </a:solidFill>
              </a:rPr>
              <a:t>;</a:t>
            </a:r>
            <a:endParaRPr>
              <a:solidFill>
                <a:srgbClr val="3B3B3B"/>
              </a:solidFill>
            </a:endParaRPr>
          </a:p>
          <a:p>
            <a:pPr marL="0" indent="0" defTabSz="457200">
              <a:spcBef>
                <a:spcPts val="0"/>
              </a:spcBef>
              <a:buClrTx/>
              <a:buSzTx/>
              <a:buFontTx/>
              <a:buNone/>
              <a:defRPr sz="4300">
                <a:solidFill>
                  <a:srgbClr val="3B3B3B"/>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4" name="EVENT HANDLING"/>
          <p:cNvSpPr txBox="1"/>
          <p:nvPr>
            <p:ph type="title"/>
          </p:nvPr>
        </p:nvSpPr>
        <p:spPr>
          <a:prstGeom prst="rect">
            <a:avLst/>
          </a:prstGeom>
        </p:spPr>
        <p:txBody>
          <a:bodyPr/>
          <a:lstStyle/>
          <a:p>
            <a:pPr/>
            <a:r>
              <a:t>EVENT HANDLING</a:t>
            </a:r>
          </a:p>
        </p:txBody>
      </p:sp>
      <p:sp>
        <p:nvSpPr>
          <p:cNvPr id="385" name="1.onClick…"/>
          <p:cNvSpPr txBox="1"/>
          <p:nvPr/>
        </p:nvSpPr>
        <p:spPr>
          <a:xfrm>
            <a:off x="3347712" y="3051672"/>
            <a:ext cx="5557292" cy="520992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7700"/>
            </a:pPr>
            <a:r>
              <a:t>1.onClick</a:t>
            </a:r>
          </a:p>
          <a:p>
            <a:pPr>
              <a:defRPr sz="7700"/>
            </a:pPr>
            <a:r>
              <a:t>2.onChange</a:t>
            </a:r>
          </a:p>
          <a:p>
            <a:pPr>
              <a:defRPr sz="7700"/>
            </a:pPr>
            <a:r>
              <a:t>3.onSubmit</a:t>
            </a:r>
          </a:p>
        </p:txBody>
      </p:sp>
    </p:spTree>
  </p:cSld>
  <p:clrMapOvr>
    <a:masterClrMapping/>
  </p:clrMapOvr>
  <p:transition xmlns:p14="http://schemas.microsoft.com/office/powerpoint/2010/main" spd="med" advClick="1"/>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7" name="ONCLICK"/>
          <p:cNvSpPr txBox="1"/>
          <p:nvPr>
            <p:ph type="title"/>
          </p:nvPr>
        </p:nvSpPr>
        <p:spPr>
          <a:prstGeom prst="rect">
            <a:avLst/>
          </a:prstGeom>
        </p:spPr>
        <p:txBody>
          <a:bodyPr/>
          <a:lstStyle/>
          <a:p>
            <a:pPr/>
            <a:r>
              <a:t>ONCLICK</a:t>
            </a:r>
          </a:p>
        </p:txBody>
      </p:sp>
      <p:sp>
        <p:nvSpPr>
          <p:cNvPr id="388" name="function Example() {…"/>
          <p:cNvSpPr txBox="1"/>
          <p:nvPr>
            <p:ph type="body" idx="1"/>
          </p:nvPr>
        </p:nvSpPr>
        <p:spPr>
          <a:xfrm>
            <a:off x="1090381" y="1811319"/>
            <a:ext cx="20014102" cy="10877734"/>
          </a:xfrm>
          <a:prstGeom prst="rect">
            <a:avLst/>
          </a:prstGeom>
        </p:spPr>
        <p:txBody>
          <a:bodyPr/>
          <a:lstStyle/>
          <a:p>
            <a:pPr marL="0" indent="0" defTabSz="457200">
              <a:spcBef>
                <a:spcPts val="0"/>
              </a:spcBef>
              <a:buClrTx/>
              <a:buSzTx/>
              <a:buFontTx/>
              <a:buNone/>
              <a:defRPr sz="3000">
                <a:solidFill>
                  <a:srgbClr val="008000"/>
                </a:solidFill>
                <a:latin typeface="Menlo Regular"/>
                <a:ea typeface="Menlo Regular"/>
                <a:cs typeface="Menlo Regular"/>
                <a:sym typeface="Menlo Regular"/>
              </a:defRPr>
            </a:pPr>
            <a:endParaRPr>
              <a:solidFill>
                <a:srgbClr val="3B3B3B"/>
              </a:solidFill>
            </a:endParaRPr>
          </a:p>
          <a:p>
            <a:pPr marL="0" indent="0" defTabSz="457200">
              <a:spcBef>
                <a:spcPts val="0"/>
              </a:spcBef>
              <a:buClrTx/>
              <a:buSzTx/>
              <a:buFontTx/>
              <a:buNone/>
              <a:defRPr sz="3000">
                <a:solidFill>
                  <a:srgbClr val="0000FF"/>
                </a:solidFill>
                <a:latin typeface="Menlo Regular"/>
                <a:ea typeface="Menlo Regular"/>
                <a:cs typeface="Menlo Regular"/>
                <a:sym typeface="Menlo Regular"/>
              </a:defRPr>
            </a:pPr>
            <a:r>
              <a:t>function</a:t>
            </a:r>
            <a:r>
              <a:rPr>
                <a:solidFill>
                  <a:srgbClr val="3B3B3B"/>
                </a:solidFill>
              </a:rPr>
              <a:t> </a:t>
            </a:r>
            <a:r>
              <a:rPr>
                <a:solidFill>
                  <a:srgbClr val="795E26"/>
                </a:solidFill>
              </a:rPr>
              <a:t>Example</a:t>
            </a:r>
            <a:r>
              <a:rPr>
                <a:solidFill>
                  <a:srgbClr val="3B3B3B"/>
                </a:solidFill>
              </a:rPr>
              <a:t>() {</a:t>
            </a:r>
            <a:endParaRPr>
              <a:solidFill>
                <a:srgbClr val="3B3B3B"/>
              </a:solidFill>
            </a:endParaRPr>
          </a:p>
          <a:p>
            <a:pPr marL="0" indent="0" defTabSz="457200">
              <a:spcBef>
                <a:spcPts val="0"/>
              </a:spcBef>
              <a:buClrTx/>
              <a:buSzTx/>
              <a:buFontTx/>
              <a:buNone/>
              <a:defRPr sz="3000">
                <a:solidFill>
                  <a:srgbClr val="0000FF"/>
                </a:solidFill>
                <a:latin typeface="Menlo Regular"/>
                <a:ea typeface="Menlo Regular"/>
                <a:cs typeface="Menlo Regular"/>
                <a:sym typeface="Menlo Regular"/>
              </a:defRPr>
            </a:pPr>
            <a:r>
              <a:rPr>
                <a:solidFill>
                  <a:srgbClr val="3B3B3B"/>
                </a:solidFill>
              </a:rPr>
              <a:t>  </a:t>
            </a:r>
            <a:r>
              <a:t>function</a:t>
            </a:r>
            <a:r>
              <a:rPr>
                <a:solidFill>
                  <a:srgbClr val="3B3B3B"/>
                </a:solidFill>
              </a:rPr>
              <a:t> </a:t>
            </a:r>
            <a:r>
              <a:rPr>
                <a:solidFill>
                  <a:srgbClr val="795E26"/>
                </a:solidFill>
              </a:rPr>
              <a:t>add</a:t>
            </a:r>
            <a:r>
              <a:rPr>
                <a:solidFill>
                  <a:srgbClr val="3B3B3B"/>
                </a:solidFill>
              </a:rPr>
              <a:t>() {</a:t>
            </a:r>
            <a:endParaRPr>
              <a:solidFill>
                <a:srgbClr val="3B3B3B"/>
              </a:solidFill>
            </a:endParaRPr>
          </a:p>
          <a:p>
            <a:pPr marL="0" indent="0" defTabSz="457200">
              <a:spcBef>
                <a:spcPts val="0"/>
              </a:spcBef>
              <a:buClrTx/>
              <a:buSzTx/>
              <a:buFontTx/>
              <a:buNone/>
              <a:defRPr sz="3000">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a</a:t>
            </a:r>
            <a:r>
              <a:rPr>
                <a:solidFill>
                  <a:srgbClr val="3B3B3B"/>
                </a:solidFill>
              </a:rPr>
              <a:t> = </a:t>
            </a:r>
            <a:r>
              <a:rPr>
                <a:solidFill>
                  <a:srgbClr val="001080"/>
                </a:solidFill>
              </a:rPr>
              <a:t>document</a:t>
            </a:r>
            <a:r>
              <a:rPr>
                <a:solidFill>
                  <a:srgbClr val="3B3B3B"/>
                </a:solidFill>
              </a:rPr>
              <a:t>.</a:t>
            </a:r>
            <a:r>
              <a:t>getElementById</a:t>
            </a:r>
            <a:r>
              <a:rPr>
                <a:solidFill>
                  <a:srgbClr val="3B3B3B"/>
                </a:solidFill>
              </a:rPr>
              <a:t>(</a:t>
            </a:r>
            <a:r>
              <a:rPr>
                <a:solidFill>
                  <a:srgbClr val="A31515"/>
                </a:solidFill>
              </a:rPr>
              <a:t>"num1"</a:t>
            </a:r>
            <a:r>
              <a:rPr>
                <a:solidFill>
                  <a:srgbClr val="3B3B3B"/>
                </a:solidFill>
              </a:rPr>
              <a:t>).</a:t>
            </a:r>
            <a:r>
              <a:rPr>
                <a:solidFill>
                  <a:srgbClr val="001080"/>
                </a:solidFill>
              </a:rPr>
              <a:t>value</a:t>
            </a:r>
            <a:r>
              <a:rPr>
                <a:solidFill>
                  <a:srgbClr val="3B3B3B"/>
                </a:solidFill>
              </a:rPr>
              <a:t>;</a:t>
            </a:r>
            <a:endParaRPr>
              <a:solidFill>
                <a:srgbClr val="3B3B3B"/>
              </a:solidFill>
            </a:endParaRPr>
          </a:p>
          <a:p>
            <a:pPr marL="0" indent="0" defTabSz="457200">
              <a:spcBef>
                <a:spcPts val="0"/>
              </a:spcBef>
              <a:buClrTx/>
              <a:buSzTx/>
              <a:buFontTx/>
              <a:buNone/>
              <a:defRPr sz="3000">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b</a:t>
            </a:r>
            <a:r>
              <a:rPr>
                <a:solidFill>
                  <a:srgbClr val="3B3B3B"/>
                </a:solidFill>
              </a:rPr>
              <a:t> = </a:t>
            </a:r>
            <a:r>
              <a:rPr>
                <a:solidFill>
                  <a:srgbClr val="001080"/>
                </a:solidFill>
              </a:rPr>
              <a:t>document</a:t>
            </a:r>
            <a:r>
              <a:rPr>
                <a:solidFill>
                  <a:srgbClr val="3B3B3B"/>
                </a:solidFill>
              </a:rPr>
              <a:t>.</a:t>
            </a:r>
            <a:r>
              <a:t>getElementById</a:t>
            </a:r>
            <a:r>
              <a:rPr>
                <a:solidFill>
                  <a:srgbClr val="3B3B3B"/>
                </a:solidFill>
              </a:rPr>
              <a:t>(</a:t>
            </a:r>
            <a:r>
              <a:rPr>
                <a:solidFill>
                  <a:srgbClr val="A31515"/>
                </a:solidFill>
              </a:rPr>
              <a:t>"num2"</a:t>
            </a:r>
            <a:r>
              <a:rPr>
                <a:solidFill>
                  <a:srgbClr val="3B3B3B"/>
                </a:solidFill>
              </a:rPr>
              <a:t>).</a:t>
            </a:r>
            <a:r>
              <a:rPr>
                <a:solidFill>
                  <a:srgbClr val="001080"/>
                </a:solidFill>
              </a:rPr>
              <a:t>value</a:t>
            </a:r>
            <a:r>
              <a:rPr>
                <a:solidFill>
                  <a:srgbClr val="3B3B3B"/>
                </a:solidFill>
              </a:rPr>
              <a:t>;</a:t>
            </a:r>
            <a:endParaRPr>
              <a:solidFill>
                <a:srgbClr val="3B3B3B"/>
              </a:solidFill>
            </a:endParaRPr>
          </a:p>
          <a:p>
            <a:pPr marL="0" indent="0" defTabSz="457200">
              <a:spcBef>
                <a:spcPts val="0"/>
              </a:spcBef>
              <a:buClrTx/>
              <a:buSzTx/>
              <a:buFontTx/>
              <a:buNone/>
              <a:defRPr sz="3000">
                <a:solidFill>
                  <a:srgbClr val="267F99"/>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sum</a:t>
            </a:r>
            <a:r>
              <a:rPr>
                <a:solidFill>
                  <a:srgbClr val="3B3B3B"/>
                </a:solidFill>
              </a:rPr>
              <a:t> = </a:t>
            </a:r>
            <a:r>
              <a:t>Number</a:t>
            </a:r>
            <a:r>
              <a:rPr>
                <a:solidFill>
                  <a:srgbClr val="3B3B3B"/>
                </a:solidFill>
              </a:rPr>
              <a:t>(</a:t>
            </a:r>
            <a:r>
              <a:rPr>
                <a:solidFill>
                  <a:srgbClr val="0070C1"/>
                </a:solidFill>
              </a:rPr>
              <a:t>a</a:t>
            </a:r>
            <a:r>
              <a:rPr>
                <a:solidFill>
                  <a:srgbClr val="3B3B3B"/>
                </a:solidFill>
              </a:rPr>
              <a:t>) + </a:t>
            </a:r>
            <a:r>
              <a:t>Number</a:t>
            </a:r>
            <a:r>
              <a:rPr>
                <a:solidFill>
                  <a:srgbClr val="3B3B3B"/>
                </a:solidFill>
              </a:rPr>
              <a:t>(</a:t>
            </a:r>
            <a:r>
              <a:rPr>
                <a:solidFill>
                  <a:srgbClr val="0070C1"/>
                </a:solidFill>
              </a:rPr>
              <a:t>b</a:t>
            </a:r>
            <a:r>
              <a:rPr>
                <a:solidFill>
                  <a:srgbClr val="3B3B3B"/>
                </a:solidFill>
              </a:rPr>
              <a:t>);</a:t>
            </a:r>
            <a:endParaRPr>
              <a:solidFill>
                <a:srgbClr val="3B3B3B"/>
              </a:solidFill>
            </a:endParaRPr>
          </a:p>
          <a:p>
            <a:pPr marL="0" indent="0" defTabSz="457200">
              <a:spcBef>
                <a:spcPts val="0"/>
              </a:spcBef>
              <a:buClrTx/>
              <a:buSzTx/>
              <a:buFontTx/>
              <a:buNone/>
              <a:defRPr sz="3000">
                <a:solidFill>
                  <a:srgbClr val="795E26"/>
                </a:solidFill>
                <a:latin typeface="Menlo Regular"/>
                <a:ea typeface="Menlo Regular"/>
                <a:cs typeface="Menlo Regular"/>
                <a:sym typeface="Menlo Regular"/>
              </a:defRPr>
            </a:pPr>
            <a:r>
              <a:rPr>
                <a:solidFill>
                  <a:srgbClr val="3B3B3B"/>
                </a:solidFill>
              </a:rPr>
              <a:t>    </a:t>
            </a:r>
            <a:r>
              <a:rPr>
                <a:solidFill>
                  <a:srgbClr val="001080"/>
                </a:solidFill>
              </a:rPr>
              <a:t>document</a:t>
            </a:r>
            <a:r>
              <a:rPr>
                <a:solidFill>
                  <a:srgbClr val="3B3B3B"/>
                </a:solidFill>
              </a:rPr>
              <a:t>.</a:t>
            </a:r>
            <a:r>
              <a:t>getElementById</a:t>
            </a:r>
            <a:r>
              <a:rPr>
                <a:solidFill>
                  <a:srgbClr val="3B3B3B"/>
                </a:solidFill>
              </a:rPr>
              <a:t>(</a:t>
            </a:r>
            <a:r>
              <a:rPr>
                <a:solidFill>
                  <a:srgbClr val="A31515"/>
                </a:solidFill>
              </a:rPr>
              <a:t>"result"</a:t>
            </a:r>
            <a:r>
              <a:rPr>
                <a:solidFill>
                  <a:srgbClr val="3B3B3B"/>
                </a:solidFill>
              </a:rPr>
              <a:t>).</a:t>
            </a:r>
            <a:r>
              <a:rPr>
                <a:solidFill>
                  <a:srgbClr val="001080"/>
                </a:solidFill>
              </a:rPr>
              <a:t>innerText</a:t>
            </a:r>
            <a:r>
              <a:rPr>
                <a:solidFill>
                  <a:srgbClr val="3B3B3B"/>
                </a:solidFill>
              </a:rPr>
              <a:t> = </a:t>
            </a:r>
            <a:r>
              <a:rPr>
                <a:solidFill>
                  <a:srgbClr val="0070C1"/>
                </a:solidFill>
              </a:rPr>
              <a:t>sum</a:t>
            </a:r>
            <a:r>
              <a:rPr>
                <a:solidFill>
                  <a:srgbClr val="3B3B3B"/>
                </a:solidFill>
              </a:rPr>
              <a:t>; </a:t>
            </a:r>
            <a:endParaRPr>
              <a:solidFill>
                <a:srgbClr val="3B3B3B"/>
              </a:solidFill>
            </a:endParaRPr>
          </a:p>
          <a:p>
            <a:pPr marL="0" indent="0" defTabSz="457200">
              <a:spcBef>
                <a:spcPts val="0"/>
              </a:spcBef>
              <a:buClrTx/>
              <a:buSzTx/>
              <a:buFontTx/>
              <a:buNone/>
              <a:defRPr sz="3000">
                <a:solidFill>
                  <a:srgbClr val="001080"/>
                </a:solidFill>
                <a:latin typeface="Menlo Regular"/>
                <a:ea typeface="Menlo Regular"/>
                <a:cs typeface="Menlo Regular"/>
                <a:sym typeface="Menlo Regular"/>
              </a:defRPr>
            </a:pPr>
            <a:r>
              <a:rPr>
                <a:solidFill>
                  <a:srgbClr val="3B3B3B"/>
                </a:solidFill>
              </a:rPr>
              <a:t>    </a:t>
            </a:r>
            <a:r>
              <a:t>console</a:t>
            </a:r>
            <a:r>
              <a:rPr>
                <a:solidFill>
                  <a:srgbClr val="3B3B3B"/>
                </a:solidFill>
              </a:rPr>
              <a:t>.</a:t>
            </a:r>
            <a:r>
              <a:rPr>
                <a:solidFill>
                  <a:srgbClr val="795E26"/>
                </a:solidFill>
              </a:rPr>
              <a:t>log</a:t>
            </a:r>
            <a:r>
              <a:rPr>
                <a:solidFill>
                  <a:srgbClr val="3B3B3B"/>
                </a:solidFill>
              </a:rPr>
              <a:t>(</a:t>
            </a:r>
            <a:r>
              <a:rPr>
                <a:solidFill>
                  <a:srgbClr val="0070C1"/>
                </a:solidFill>
              </a:rPr>
              <a:t>sum</a:t>
            </a:r>
            <a:r>
              <a:rPr>
                <a:solidFill>
                  <a:srgbClr val="3B3B3B"/>
                </a:solidFill>
              </a:rPr>
              <a:t>)</a:t>
            </a:r>
            <a:endParaRPr>
              <a:solidFill>
                <a:srgbClr val="3B3B3B"/>
              </a:solidFill>
            </a:endParaRPr>
          </a:p>
          <a:p>
            <a:pPr marL="0" indent="0" defTabSz="457200">
              <a:spcBef>
                <a:spcPts val="0"/>
              </a:spcBef>
              <a:buClrTx/>
              <a:buSzTx/>
              <a:buFontTx/>
              <a:buNone/>
              <a:defRPr sz="30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30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3000">
                <a:solidFill>
                  <a:srgbClr val="3B3B3B"/>
                </a:solidFill>
                <a:latin typeface="Menlo Regular"/>
                <a:ea typeface="Menlo Regular"/>
                <a:cs typeface="Menlo Regular"/>
                <a:sym typeface="Menlo Regular"/>
              </a:defRPr>
            </a:pPr>
          </a:p>
          <a:p>
            <a:pPr marL="0" indent="0" defTabSz="457200">
              <a:spcBef>
                <a:spcPts val="0"/>
              </a:spcBef>
              <a:buClrTx/>
              <a:buSzTx/>
              <a:buFontTx/>
              <a:buNone/>
              <a:defRPr sz="3000">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 (    </a:t>
            </a:r>
            <a:r>
              <a:rPr>
                <a:solidFill>
                  <a:srgbClr val="800000"/>
                </a:solidFill>
              </a:rPr>
              <a:t>&lt;div&gt;</a:t>
            </a:r>
            <a:endParaRPr>
              <a:solidFill>
                <a:srgbClr val="3B3B3B"/>
              </a:solidFill>
            </a:endParaRPr>
          </a:p>
          <a:p>
            <a:pPr marL="0" indent="0" defTabSz="457200">
              <a:spcBef>
                <a:spcPts val="0"/>
              </a:spcBef>
              <a:buClrTx/>
              <a:buSzTx/>
              <a:buFontTx/>
              <a:buNone/>
              <a:defRPr sz="3000">
                <a:solidFill>
                  <a:srgbClr val="3B3B3B"/>
                </a:solidFill>
                <a:latin typeface="Menlo Regular"/>
                <a:ea typeface="Menlo Regular"/>
                <a:cs typeface="Menlo Regular"/>
                <a:sym typeface="Menlo Regular"/>
              </a:defRPr>
            </a:pPr>
            <a:r>
              <a:t>      </a:t>
            </a:r>
            <a:r>
              <a:rPr>
                <a:solidFill>
                  <a:srgbClr val="800000"/>
                </a:solidFill>
              </a:rPr>
              <a:t>&lt;h1&gt;</a:t>
            </a:r>
            <a:r>
              <a:t>Hello example for using jsx expressions</a:t>
            </a:r>
            <a:r>
              <a:rPr>
                <a:solidFill>
                  <a:srgbClr val="800000"/>
                </a:solidFill>
              </a:rPr>
              <a:t>&lt;/h1&gt;</a:t>
            </a:r>
          </a:p>
          <a:p>
            <a:pPr marL="0" indent="0" defTabSz="457200">
              <a:spcBef>
                <a:spcPts val="0"/>
              </a:spcBef>
              <a:buClrTx/>
              <a:buSzTx/>
              <a:buFontTx/>
              <a:buNone/>
              <a:defRPr sz="3000">
                <a:solidFill>
                  <a:srgbClr val="A31515"/>
                </a:solidFill>
                <a:latin typeface="Menlo Regular"/>
                <a:ea typeface="Menlo Regular"/>
                <a:cs typeface="Menlo Regular"/>
                <a:sym typeface="Menlo Regular"/>
              </a:defRPr>
            </a:pPr>
            <a:r>
              <a:rPr>
                <a:solidFill>
                  <a:srgbClr val="3B3B3B"/>
                </a:solidFill>
              </a:rPr>
              <a:t>      </a:t>
            </a:r>
            <a:r>
              <a:rPr>
                <a:solidFill>
                  <a:srgbClr val="800000"/>
                </a:solidFill>
              </a:rPr>
              <a:t>&lt;input</a:t>
            </a:r>
            <a:r>
              <a:rPr>
                <a:solidFill>
                  <a:srgbClr val="3B3B3B"/>
                </a:solidFill>
              </a:rPr>
              <a:t> </a:t>
            </a:r>
            <a:r>
              <a:rPr>
                <a:solidFill>
                  <a:srgbClr val="E50000"/>
                </a:solidFill>
              </a:rPr>
              <a:t>type</a:t>
            </a:r>
            <a:r>
              <a:rPr>
                <a:solidFill>
                  <a:srgbClr val="3B3B3B"/>
                </a:solidFill>
              </a:rPr>
              <a:t>=</a:t>
            </a:r>
            <a:r>
              <a:t>"number"</a:t>
            </a:r>
            <a:r>
              <a:rPr>
                <a:solidFill>
                  <a:srgbClr val="3B3B3B"/>
                </a:solidFill>
              </a:rPr>
              <a:t> </a:t>
            </a:r>
            <a:r>
              <a:rPr>
                <a:solidFill>
                  <a:srgbClr val="E50000"/>
                </a:solidFill>
              </a:rPr>
              <a:t>id</a:t>
            </a:r>
            <a:r>
              <a:rPr>
                <a:solidFill>
                  <a:srgbClr val="3B3B3B"/>
                </a:solidFill>
              </a:rPr>
              <a:t>=</a:t>
            </a:r>
            <a:r>
              <a:t>"num1"</a:t>
            </a:r>
            <a:r>
              <a:rPr>
                <a:solidFill>
                  <a:srgbClr val="3B3B3B"/>
                </a:solidFill>
              </a:rPr>
              <a:t> </a:t>
            </a:r>
            <a:r>
              <a:rPr>
                <a:solidFill>
                  <a:srgbClr val="800000"/>
                </a:solidFill>
              </a:rPr>
              <a:t>/&gt;</a:t>
            </a:r>
            <a:endParaRPr>
              <a:solidFill>
                <a:srgbClr val="3B3B3B"/>
              </a:solidFill>
            </a:endParaRPr>
          </a:p>
          <a:p>
            <a:pPr marL="0" indent="0" defTabSz="457200">
              <a:spcBef>
                <a:spcPts val="0"/>
              </a:spcBef>
              <a:buClrTx/>
              <a:buSzTx/>
              <a:buFontTx/>
              <a:buNone/>
              <a:defRPr sz="3000">
                <a:solidFill>
                  <a:srgbClr val="A31515"/>
                </a:solidFill>
                <a:latin typeface="Menlo Regular"/>
                <a:ea typeface="Menlo Regular"/>
                <a:cs typeface="Menlo Regular"/>
                <a:sym typeface="Menlo Regular"/>
              </a:defRPr>
            </a:pPr>
            <a:r>
              <a:rPr>
                <a:solidFill>
                  <a:srgbClr val="3B3B3B"/>
                </a:solidFill>
              </a:rPr>
              <a:t>      </a:t>
            </a:r>
            <a:r>
              <a:rPr>
                <a:solidFill>
                  <a:srgbClr val="800000"/>
                </a:solidFill>
              </a:rPr>
              <a:t>&lt;input</a:t>
            </a:r>
            <a:r>
              <a:rPr>
                <a:solidFill>
                  <a:srgbClr val="3B3B3B"/>
                </a:solidFill>
              </a:rPr>
              <a:t> </a:t>
            </a:r>
            <a:r>
              <a:rPr>
                <a:solidFill>
                  <a:srgbClr val="E50000"/>
                </a:solidFill>
              </a:rPr>
              <a:t>type</a:t>
            </a:r>
            <a:r>
              <a:rPr>
                <a:solidFill>
                  <a:srgbClr val="3B3B3B"/>
                </a:solidFill>
              </a:rPr>
              <a:t>=</a:t>
            </a:r>
            <a:r>
              <a:t>"number"</a:t>
            </a:r>
            <a:r>
              <a:rPr>
                <a:solidFill>
                  <a:srgbClr val="3B3B3B"/>
                </a:solidFill>
              </a:rPr>
              <a:t> </a:t>
            </a:r>
            <a:r>
              <a:rPr>
                <a:solidFill>
                  <a:srgbClr val="E50000"/>
                </a:solidFill>
              </a:rPr>
              <a:t>id</a:t>
            </a:r>
            <a:r>
              <a:rPr>
                <a:solidFill>
                  <a:srgbClr val="3B3B3B"/>
                </a:solidFill>
              </a:rPr>
              <a:t>=</a:t>
            </a:r>
            <a:r>
              <a:t>"num2"</a:t>
            </a:r>
            <a:r>
              <a:rPr>
                <a:solidFill>
                  <a:srgbClr val="3B3B3B"/>
                </a:solidFill>
              </a:rPr>
              <a:t> </a:t>
            </a:r>
            <a:r>
              <a:rPr>
                <a:solidFill>
                  <a:srgbClr val="800000"/>
                </a:solidFill>
              </a:rPr>
              <a:t>/&gt;</a:t>
            </a:r>
            <a:endParaRPr>
              <a:solidFill>
                <a:srgbClr val="3B3B3B"/>
              </a:solidFill>
            </a:endParaRPr>
          </a:p>
          <a:p>
            <a:pPr marL="0" indent="0" defTabSz="457200">
              <a:spcBef>
                <a:spcPts val="0"/>
              </a:spcBef>
              <a:buClrTx/>
              <a:buSzTx/>
              <a:buFontTx/>
              <a:buNone/>
              <a:defRPr sz="3000">
                <a:solidFill>
                  <a:srgbClr val="800000"/>
                </a:solidFill>
                <a:latin typeface="Menlo Regular"/>
                <a:ea typeface="Menlo Regular"/>
                <a:cs typeface="Menlo Regular"/>
                <a:sym typeface="Menlo Regular"/>
              </a:defRPr>
            </a:pPr>
            <a:r>
              <a:rPr>
                <a:solidFill>
                  <a:srgbClr val="3B3B3B"/>
                </a:solidFill>
              </a:rPr>
              <a:t>      </a:t>
            </a:r>
            <a:r>
              <a:t>&lt;button</a:t>
            </a:r>
            <a:r>
              <a:rPr>
                <a:solidFill>
                  <a:srgbClr val="3B3B3B"/>
                </a:solidFill>
              </a:rPr>
              <a:t> </a:t>
            </a:r>
            <a:r>
              <a:rPr>
                <a:solidFill>
                  <a:srgbClr val="E50000"/>
                </a:solidFill>
              </a:rPr>
              <a:t>onClick</a:t>
            </a:r>
            <a:r>
              <a:rPr>
                <a:solidFill>
                  <a:srgbClr val="3B3B3B"/>
                </a:solidFill>
              </a:rPr>
              <a:t>=</a:t>
            </a:r>
            <a:r>
              <a:rPr>
                <a:solidFill>
                  <a:srgbClr val="0000FF"/>
                </a:solidFill>
              </a:rPr>
              <a:t>{</a:t>
            </a:r>
            <a:r>
              <a:rPr>
                <a:solidFill>
                  <a:srgbClr val="795E26"/>
                </a:solidFill>
              </a:rPr>
              <a:t>add</a:t>
            </a:r>
            <a:r>
              <a:rPr>
                <a:solidFill>
                  <a:srgbClr val="0000FF"/>
                </a:solidFill>
              </a:rPr>
              <a:t>}</a:t>
            </a:r>
            <a:r>
              <a:t>&gt;</a:t>
            </a:r>
            <a:r>
              <a:rPr>
                <a:solidFill>
                  <a:srgbClr val="3B3B3B"/>
                </a:solidFill>
              </a:rPr>
              <a:t>Add</a:t>
            </a:r>
            <a:r>
              <a:t>&lt;/button&gt;</a:t>
            </a:r>
            <a:endParaRPr>
              <a:solidFill>
                <a:srgbClr val="3B3B3B"/>
              </a:solidFill>
            </a:endParaRPr>
          </a:p>
          <a:p>
            <a:pPr marL="0" indent="0" defTabSz="457200">
              <a:spcBef>
                <a:spcPts val="0"/>
              </a:spcBef>
              <a:buClrTx/>
              <a:buSzTx/>
              <a:buFontTx/>
              <a:buNone/>
              <a:defRPr sz="3000">
                <a:solidFill>
                  <a:srgbClr val="A31515"/>
                </a:solidFill>
                <a:latin typeface="Menlo Regular"/>
                <a:ea typeface="Menlo Regular"/>
                <a:cs typeface="Menlo Regular"/>
                <a:sym typeface="Menlo Regular"/>
              </a:defRPr>
            </a:pPr>
            <a:r>
              <a:rPr>
                <a:solidFill>
                  <a:srgbClr val="3B3B3B"/>
                </a:solidFill>
              </a:rPr>
              <a:t>      </a:t>
            </a:r>
            <a:r>
              <a:rPr>
                <a:solidFill>
                  <a:srgbClr val="800000"/>
                </a:solidFill>
              </a:rPr>
              <a:t>&lt;h2</a:t>
            </a:r>
            <a:r>
              <a:rPr>
                <a:solidFill>
                  <a:srgbClr val="3B3B3B"/>
                </a:solidFill>
              </a:rPr>
              <a:t> </a:t>
            </a:r>
            <a:r>
              <a:rPr>
                <a:solidFill>
                  <a:srgbClr val="E50000"/>
                </a:solidFill>
              </a:rPr>
              <a:t>id</a:t>
            </a:r>
            <a:r>
              <a:rPr>
                <a:solidFill>
                  <a:srgbClr val="3B3B3B"/>
                </a:solidFill>
              </a:rPr>
              <a:t>=</a:t>
            </a:r>
            <a:r>
              <a:t>"result"</a:t>
            </a:r>
            <a:r>
              <a:rPr>
                <a:solidFill>
                  <a:srgbClr val="800000"/>
                </a:solidFill>
              </a:rPr>
              <a:t>&gt;&lt;/h2&gt;</a:t>
            </a:r>
            <a:endParaRPr>
              <a:solidFill>
                <a:srgbClr val="3B3B3B"/>
              </a:solidFill>
            </a:endParaRPr>
          </a:p>
          <a:p>
            <a:pPr marL="0" indent="0" defTabSz="457200">
              <a:spcBef>
                <a:spcPts val="0"/>
              </a:spcBef>
              <a:buClrTx/>
              <a:buSzTx/>
              <a:buFontTx/>
              <a:buNone/>
              <a:defRPr sz="3000">
                <a:solidFill>
                  <a:srgbClr val="800000"/>
                </a:solidFill>
                <a:latin typeface="Menlo Regular"/>
                <a:ea typeface="Menlo Regular"/>
                <a:cs typeface="Menlo Regular"/>
                <a:sym typeface="Menlo Regular"/>
              </a:defRPr>
            </a:pPr>
            <a:r>
              <a:rPr>
                <a:solidFill>
                  <a:srgbClr val="3B3B3B"/>
                </a:solidFill>
              </a:rPr>
              <a:t>    </a:t>
            </a:r>
            <a:r>
              <a:t>&lt;/div&gt;</a:t>
            </a:r>
            <a:r>
              <a:rPr>
                <a:solidFill>
                  <a:srgbClr val="3B3B3B"/>
                </a:solidFill>
              </a:rPr>
              <a:t>);</a:t>
            </a:r>
            <a:endParaRPr>
              <a:solidFill>
                <a:srgbClr val="3B3B3B"/>
              </a:solidFill>
            </a:endParaRPr>
          </a:p>
          <a:p>
            <a:pPr marL="0" indent="0" defTabSz="457200">
              <a:spcBef>
                <a:spcPts val="0"/>
              </a:spcBef>
              <a:buClrTx/>
              <a:buSzTx/>
              <a:buFontTx/>
              <a:buNone/>
              <a:defRPr sz="30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3000">
                <a:solidFill>
                  <a:srgbClr val="3B3B3B"/>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0" name="ONCHANGE"/>
          <p:cNvSpPr txBox="1"/>
          <p:nvPr>
            <p:ph type="title"/>
          </p:nvPr>
        </p:nvSpPr>
        <p:spPr>
          <a:prstGeom prst="rect">
            <a:avLst/>
          </a:prstGeom>
        </p:spPr>
        <p:txBody>
          <a:bodyPr/>
          <a:lstStyle/>
          <a:p>
            <a:pPr/>
            <a:r>
              <a:t>ONCHANGE</a:t>
            </a:r>
          </a:p>
        </p:txBody>
      </p:sp>
      <p:sp>
        <p:nvSpPr>
          <p:cNvPr id="391" name="function Example() {…"/>
          <p:cNvSpPr txBox="1"/>
          <p:nvPr>
            <p:ph type="body" idx="1"/>
          </p:nvPr>
        </p:nvSpPr>
        <p:spPr>
          <a:xfrm>
            <a:off x="1841236" y="2637259"/>
            <a:ext cx="16459201" cy="9051926"/>
          </a:xfrm>
          <a:prstGeom prst="rect">
            <a:avLst/>
          </a:prstGeom>
        </p:spPr>
        <p:txBody>
          <a:bodyPr/>
          <a:lstStyle/>
          <a:p>
            <a:pPr marL="0" indent="0" defTabSz="411479">
              <a:spcBef>
                <a:spcPts val="0"/>
              </a:spcBef>
              <a:buClrTx/>
              <a:buSzTx/>
              <a:buFontTx/>
              <a:buNone/>
              <a:defRPr sz="4230">
                <a:solidFill>
                  <a:srgbClr val="0000FF"/>
                </a:solidFill>
                <a:latin typeface="Menlo Regular"/>
                <a:ea typeface="Menlo Regular"/>
                <a:cs typeface="Menlo Regular"/>
                <a:sym typeface="Menlo Regular"/>
              </a:defRPr>
            </a:pPr>
            <a:r>
              <a:t>function</a:t>
            </a:r>
            <a:r>
              <a:rPr>
                <a:solidFill>
                  <a:srgbClr val="3B3B3B"/>
                </a:solidFill>
              </a:rPr>
              <a:t> </a:t>
            </a:r>
            <a:r>
              <a:rPr>
                <a:solidFill>
                  <a:srgbClr val="795E26"/>
                </a:solidFill>
              </a:rPr>
              <a:t>Example</a:t>
            </a:r>
            <a:r>
              <a:rPr>
                <a:solidFill>
                  <a:srgbClr val="3B3B3B"/>
                </a:solidFill>
              </a:rPr>
              <a:t>() {</a:t>
            </a:r>
            <a:endParaRPr>
              <a:solidFill>
                <a:srgbClr val="3B3B3B"/>
              </a:solidFill>
            </a:endParaRPr>
          </a:p>
          <a:p>
            <a:pPr marL="0" indent="0" defTabSz="411479">
              <a:spcBef>
                <a:spcPts val="0"/>
              </a:spcBef>
              <a:buClrTx/>
              <a:buSzTx/>
              <a:buFontTx/>
              <a:buNone/>
              <a:defRPr sz="4230">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name</a:t>
            </a:r>
            <a:r>
              <a:rPr>
                <a:solidFill>
                  <a:srgbClr val="3B3B3B"/>
                </a:solidFill>
              </a:rPr>
              <a:t>, </a:t>
            </a:r>
            <a:r>
              <a:rPr>
                <a:solidFill>
                  <a:srgbClr val="0070C1"/>
                </a:solidFill>
              </a:rPr>
              <a:t>setName</a:t>
            </a:r>
            <a:r>
              <a:rPr>
                <a:solidFill>
                  <a:srgbClr val="3B3B3B"/>
                </a:solidFill>
              </a:rPr>
              <a:t>] = </a:t>
            </a:r>
            <a:r>
              <a:t>useState</a:t>
            </a:r>
            <a:r>
              <a:rPr>
                <a:solidFill>
                  <a:srgbClr val="3B3B3B"/>
                </a:solidFill>
              </a:rPr>
              <a:t>(</a:t>
            </a:r>
            <a:r>
              <a:rPr>
                <a:solidFill>
                  <a:srgbClr val="A31515"/>
                </a:solidFill>
              </a:rPr>
              <a:t>""</a:t>
            </a:r>
            <a:r>
              <a:rPr>
                <a:solidFill>
                  <a:srgbClr val="3B3B3B"/>
                </a:solidFill>
              </a:rPr>
              <a:t>);</a:t>
            </a:r>
            <a:endParaRPr>
              <a:solidFill>
                <a:srgbClr val="3B3B3B"/>
              </a:solidFill>
            </a:endParaRP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p>
          <a:p>
            <a:pPr marL="0" indent="0" defTabSz="411479">
              <a:spcBef>
                <a:spcPts val="0"/>
              </a:spcBef>
              <a:buClrTx/>
              <a:buSzTx/>
              <a:buFontTx/>
              <a:buNone/>
              <a:defRPr sz="4230">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 (</a:t>
            </a:r>
            <a:endParaRPr>
              <a:solidFill>
                <a:srgbClr val="3B3B3B"/>
              </a:solidFill>
            </a:endParaRP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&lt;&gt;</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&lt;input</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E50000"/>
                </a:solidFill>
              </a:rPr>
              <a:t>type</a:t>
            </a:r>
            <a:r>
              <a:t>=</a:t>
            </a:r>
            <a:r>
              <a:rPr>
                <a:solidFill>
                  <a:srgbClr val="A31515"/>
                </a:solidFill>
              </a:rPr>
              <a:t>"text"</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E50000"/>
                </a:solidFill>
              </a:rPr>
              <a:t>onChange</a:t>
            </a:r>
            <a:r>
              <a:t>=</a:t>
            </a:r>
            <a:r>
              <a:rPr>
                <a:solidFill>
                  <a:srgbClr val="0000FF"/>
                </a:solidFill>
              </a:rPr>
              <a:t>{</a:t>
            </a:r>
            <a:r>
              <a:t>(</a:t>
            </a:r>
            <a:r>
              <a:rPr>
                <a:solidFill>
                  <a:srgbClr val="001080"/>
                </a:solidFill>
              </a:rPr>
              <a:t>e</a:t>
            </a:r>
            <a:r>
              <a:t>) </a:t>
            </a:r>
            <a:r>
              <a:rPr>
                <a:solidFill>
                  <a:srgbClr val="0000FF"/>
                </a:solidFill>
              </a:rPr>
              <a:t>=&gt;</a:t>
            </a:r>
            <a:r>
              <a:t> </a:t>
            </a:r>
            <a:r>
              <a:rPr>
                <a:solidFill>
                  <a:srgbClr val="795E26"/>
                </a:solidFill>
              </a:rPr>
              <a:t>setName</a:t>
            </a:r>
            <a:r>
              <a:t>(</a:t>
            </a:r>
            <a:r>
              <a:rPr>
                <a:solidFill>
                  <a:srgbClr val="001080"/>
                </a:solidFill>
              </a:rPr>
              <a:t>e</a:t>
            </a:r>
            <a:r>
              <a:t>.</a:t>
            </a:r>
            <a:r>
              <a:rPr>
                <a:solidFill>
                  <a:srgbClr val="001080"/>
                </a:solidFill>
              </a:rPr>
              <a:t>target</a:t>
            </a:r>
            <a:r>
              <a:t>.</a:t>
            </a:r>
            <a:r>
              <a:rPr>
                <a:solidFill>
                  <a:srgbClr val="001080"/>
                </a:solidFill>
              </a:rPr>
              <a:t>value</a:t>
            </a:r>
            <a:r>
              <a:t>)</a:t>
            </a:r>
            <a:r>
              <a:rPr>
                <a:solidFill>
                  <a:srgbClr val="0000FF"/>
                </a:solidFill>
              </a:rPr>
              <a:t>}</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/&gt;</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&lt;p&gt;</a:t>
            </a:r>
            <a:r>
              <a:rPr>
                <a:solidFill>
                  <a:srgbClr val="0000FF"/>
                </a:solidFill>
              </a:rPr>
              <a:t>{</a:t>
            </a:r>
            <a:r>
              <a:rPr>
                <a:solidFill>
                  <a:srgbClr val="0070C1"/>
                </a:solidFill>
              </a:rPr>
              <a:t>name</a:t>
            </a:r>
            <a:r>
              <a:rPr>
                <a:solidFill>
                  <a:srgbClr val="0000FF"/>
                </a:solidFill>
              </a:rPr>
              <a:t>}</a:t>
            </a:r>
            <a:r>
              <a:rPr>
                <a:solidFill>
                  <a:srgbClr val="800000"/>
                </a:solidFill>
              </a:rPr>
              <a:t>&lt;/p&gt;</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r>
              <a:rPr>
                <a:solidFill>
                  <a:srgbClr val="800000"/>
                </a:solidFill>
              </a:rPr>
              <a:t>&lt;/&gt;</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  );</a:t>
            </a:r>
          </a:p>
          <a:p>
            <a:pPr marL="0" indent="0" defTabSz="411479">
              <a:spcBef>
                <a:spcPts val="0"/>
              </a:spcBef>
              <a:buClrTx/>
              <a:buSzTx/>
              <a:buFontTx/>
              <a:buNone/>
              <a:defRPr sz="4230">
                <a:solidFill>
                  <a:srgbClr val="3B3B3B"/>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FORM BUILDING AND STATE UPDATE"/>
          <p:cNvSpPr txBox="1"/>
          <p:nvPr>
            <p:ph type="title"/>
          </p:nvPr>
        </p:nvSpPr>
        <p:spPr>
          <a:prstGeom prst="rect">
            <a:avLst/>
          </a:prstGeom>
        </p:spPr>
        <p:txBody>
          <a:bodyPr/>
          <a:lstStyle>
            <a:lvl1pPr defTabSz="1792223">
              <a:defRPr sz="8624"/>
            </a:lvl1pPr>
          </a:lstStyle>
          <a:p>
            <a:pPr/>
            <a:r>
              <a:t>FORM BUILDING AND STATE UPDATE</a:t>
            </a:r>
          </a:p>
        </p:txBody>
      </p:sp>
      <p:sp>
        <p:nvSpPr>
          <p:cNvPr id="394" name="import React, { useState } from &quot;react&quot;;…"/>
          <p:cNvSpPr txBox="1"/>
          <p:nvPr>
            <p:ph type="body" idx="1"/>
          </p:nvPr>
        </p:nvSpPr>
        <p:spPr>
          <a:xfrm>
            <a:off x="2685947" y="2731115"/>
            <a:ext cx="17781922" cy="10287318"/>
          </a:xfrm>
          <a:prstGeom prst="rect">
            <a:avLst/>
          </a:prstGeom>
        </p:spPr>
        <p:txBody>
          <a:bodyPr/>
          <a:lstStyle/>
          <a:p>
            <a:pPr marL="0" indent="0" defTabSz="425195">
              <a:spcBef>
                <a:spcPts val="0"/>
              </a:spcBef>
              <a:buClrTx/>
              <a:buSzTx/>
              <a:buFontTx/>
              <a:buNone/>
              <a:defRPr sz="3162">
                <a:solidFill>
                  <a:srgbClr val="001080"/>
                </a:solidFill>
                <a:latin typeface="Menlo Regular"/>
                <a:ea typeface="Menlo Regular"/>
                <a:cs typeface="Menlo Regular"/>
                <a:sym typeface="Menlo Regular"/>
              </a:defRPr>
            </a:pPr>
            <a:r>
              <a:rPr>
                <a:solidFill>
                  <a:srgbClr val="AF00DB"/>
                </a:solidFill>
              </a:rPr>
              <a:t>import</a:t>
            </a:r>
            <a:r>
              <a:rPr>
                <a:solidFill>
                  <a:srgbClr val="3B3B3B"/>
                </a:solidFill>
              </a:rPr>
              <a:t> </a:t>
            </a:r>
            <a:r>
              <a:t>React</a:t>
            </a:r>
            <a:r>
              <a:rPr>
                <a:solidFill>
                  <a:srgbClr val="3B3B3B"/>
                </a:solidFill>
              </a:rPr>
              <a:t>, { </a:t>
            </a:r>
            <a:r>
              <a:t>useState</a:t>
            </a:r>
            <a:r>
              <a:rPr>
                <a:solidFill>
                  <a:srgbClr val="3B3B3B"/>
                </a:solidFill>
              </a:rPr>
              <a:t> } </a:t>
            </a:r>
            <a:r>
              <a:rPr>
                <a:solidFill>
                  <a:srgbClr val="AF00DB"/>
                </a:solidFill>
              </a:rPr>
              <a:t>from</a:t>
            </a:r>
            <a:r>
              <a:rPr>
                <a:solidFill>
                  <a:srgbClr val="3B3B3B"/>
                </a:solidFill>
              </a:rPr>
              <a:t> </a:t>
            </a:r>
            <a:r>
              <a:rPr>
                <a:solidFill>
                  <a:srgbClr val="A31515"/>
                </a:solidFill>
              </a:rPr>
              <a:t>"react"</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0000FF"/>
                </a:solidFill>
                <a:latin typeface="Menlo Regular"/>
                <a:ea typeface="Menlo Regular"/>
                <a:cs typeface="Menlo Regular"/>
                <a:sym typeface="Menlo Regular"/>
              </a:defRPr>
            </a:pPr>
            <a:r>
              <a:t>function</a:t>
            </a:r>
            <a:r>
              <a:rPr>
                <a:solidFill>
                  <a:srgbClr val="3B3B3B"/>
                </a:solidFill>
              </a:rPr>
              <a:t> </a:t>
            </a:r>
            <a:r>
              <a:rPr>
                <a:solidFill>
                  <a:srgbClr val="795E26"/>
                </a:solidFill>
              </a:rPr>
              <a:t>Form</a:t>
            </a:r>
            <a:r>
              <a:rPr>
                <a:solidFill>
                  <a:srgbClr val="3B3B3B"/>
                </a:solidFill>
              </a:rPr>
              <a:t>() {</a:t>
            </a:r>
            <a:endParaRPr>
              <a:solidFill>
                <a:srgbClr val="3B3B3B"/>
              </a:solidFill>
            </a:endParaRPr>
          </a:p>
          <a:p>
            <a:pPr marL="0" indent="0" defTabSz="425195">
              <a:spcBef>
                <a:spcPts val="0"/>
              </a:spcBef>
              <a:buClrTx/>
              <a:buSzTx/>
              <a:buFontTx/>
              <a:buNone/>
              <a:defRPr sz="3162">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input</a:t>
            </a:r>
            <a:r>
              <a:rPr>
                <a:solidFill>
                  <a:srgbClr val="3B3B3B"/>
                </a:solidFill>
              </a:rPr>
              <a:t>, </a:t>
            </a:r>
            <a:r>
              <a:rPr>
                <a:solidFill>
                  <a:srgbClr val="795E26"/>
                </a:solidFill>
              </a:rPr>
              <a:t>setInput</a:t>
            </a:r>
            <a:r>
              <a:rPr>
                <a:solidFill>
                  <a:srgbClr val="3B3B3B"/>
                </a:solidFill>
              </a:rPr>
              <a:t>] = </a:t>
            </a:r>
            <a:r>
              <a:rPr>
                <a:solidFill>
                  <a:srgbClr val="795E26"/>
                </a:solidFill>
              </a:rPr>
              <a:t>useState</a:t>
            </a:r>
            <a:r>
              <a:rPr>
                <a:solidFill>
                  <a:srgbClr val="3B3B3B"/>
                </a:solidFill>
              </a:rPr>
              <a:t>({ </a:t>
            </a:r>
            <a:r>
              <a:t>email:</a:t>
            </a:r>
            <a:r>
              <a:rPr>
                <a:solidFill>
                  <a:srgbClr val="3B3B3B"/>
                </a:solidFill>
              </a:rPr>
              <a:t> </a:t>
            </a:r>
            <a:r>
              <a:rPr>
                <a:solidFill>
                  <a:srgbClr val="A31515"/>
                </a:solidFill>
              </a:rPr>
              <a:t>""</a:t>
            </a:r>
            <a:r>
              <a:rPr>
                <a:solidFill>
                  <a:srgbClr val="3B3B3B"/>
                </a:solidFill>
              </a:rPr>
              <a:t>, </a:t>
            </a:r>
            <a:r>
              <a:t>password:</a:t>
            </a:r>
            <a:r>
              <a:rPr>
                <a:solidFill>
                  <a:srgbClr val="3B3B3B"/>
                </a:solidFill>
              </a:rPr>
              <a:t> </a:t>
            </a:r>
            <a:r>
              <a:rPr>
                <a:solidFill>
                  <a:srgbClr val="A31515"/>
                </a:solidFill>
              </a:rPr>
              <a:t>""</a:t>
            </a:r>
            <a:r>
              <a:rPr>
                <a:solidFill>
                  <a:srgbClr val="3B3B3B"/>
                </a:solidFill>
              </a:rPr>
              <a:t> });</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t>updateForm</a:t>
            </a:r>
            <a:r>
              <a:rPr>
                <a:solidFill>
                  <a:srgbClr val="3B3B3B"/>
                </a:solidFill>
              </a:rPr>
              <a:t> = (</a:t>
            </a:r>
            <a:r>
              <a:rPr>
                <a:solidFill>
                  <a:srgbClr val="001080"/>
                </a:solidFill>
              </a:rPr>
              <a:t>e</a:t>
            </a:r>
            <a:r>
              <a:rPr>
                <a:solidFill>
                  <a:srgbClr val="3B3B3B"/>
                </a:solidFill>
              </a:rPr>
              <a:t>) </a:t>
            </a:r>
            <a:r>
              <a:rPr>
                <a:solidFill>
                  <a:srgbClr val="0000FF"/>
                </a:solidFill>
              </a:rPr>
              <a:t>=&gt;</a:t>
            </a:r>
            <a:r>
              <a:rPr>
                <a:solidFill>
                  <a:srgbClr val="3B3B3B"/>
                </a:solidFill>
              </a:rPr>
              <a:t> {</a:t>
            </a:r>
            <a:endParaRPr>
              <a:solidFill>
                <a:srgbClr val="3B3B3B"/>
              </a:solidFill>
            </a:endParaRPr>
          </a:p>
          <a:p>
            <a:pPr marL="0" indent="0" defTabSz="425195">
              <a:spcBef>
                <a:spcPts val="0"/>
              </a:spcBef>
              <a:buClrTx/>
              <a:buSzTx/>
              <a:buFontTx/>
              <a:buNone/>
              <a:defRPr sz="3162">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name</a:t>
            </a:r>
            <a:r>
              <a:rPr>
                <a:solidFill>
                  <a:srgbClr val="3B3B3B"/>
                </a:solidFill>
              </a:rPr>
              <a:t> = </a:t>
            </a:r>
            <a:r>
              <a:t>e</a:t>
            </a:r>
            <a:r>
              <a:rPr>
                <a:solidFill>
                  <a:srgbClr val="3B3B3B"/>
                </a:solidFill>
              </a:rPr>
              <a:t>.</a:t>
            </a:r>
            <a:r>
              <a:t>target</a:t>
            </a:r>
            <a:r>
              <a:rPr>
                <a:solidFill>
                  <a:srgbClr val="3B3B3B"/>
                </a:solidFill>
              </a:rPr>
              <a:t>.</a:t>
            </a:r>
            <a:r>
              <a:t>name</a:t>
            </a:r>
            <a:r>
              <a:rPr>
                <a:solidFill>
                  <a:srgbClr val="3B3B3B"/>
                </a:solidFill>
              </a:rPr>
              <a:t>.</a:t>
            </a:r>
            <a:r>
              <a:rPr>
                <a:solidFill>
                  <a:srgbClr val="795E26"/>
                </a:solidFill>
              </a:rPr>
              <a:t>trim</a:t>
            </a:r>
            <a:r>
              <a:rPr>
                <a:solidFill>
                  <a:srgbClr val="3B3B3B"/>
                </a:solidFill>
              </a:rPr>
              <a:t>();</a:t>
            </a:r>
            <a:endParaRPr>
              <a:solidFill>
                <a:srgbClr val="3B3B3B"/>
              </a:solidFill>
            </a:endParaRPr>
          </a:p>
          <a:p>
            <a:pPr marL="0" indent="0" defTabSz="425195">
              <a:spcBef>
                <a:spcPts val="0"/>
              </a:spcBef>
              <a:buClrTx/>
              <a:buSzTx/>
              <a:buFontTx/>
              <a:buNone/>
              <a:defRPr sz="3162">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value</a:t>
            </a:r>
            <a:r>
              <a:rPr>
                <a:solidFill>
                  <a:srgbClr val="3B3B3B"/>
                </a:solidFill>
              </a:rPr>
              <a:t> = </a:t>
            </a:r>
            <a:r>
              <a:t>e</a:t>
            </a:r>
            <a:r>
              <a:rPr>
                <a:solidFill>
                  <a:srgbClr val="3B3B3B"/>
                </a:solidFill>
              </a:rPr>
              <a:t>.</a:t>
            </a:r>
            <a:r>
              <a:t>target</a:t>
            </a:r>
            <a:r>
              <a:rPr>
                <a:solidFill>
                  <a:srgbClr val="3B3B3B"/>
                </a:solidFill>
              </a:rPr>
              <a:t>.</a:t>
            </a:r>
            <a:r>
              <a:t>value</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0070C1"/>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t>updatedInput</a:t>
            </a:r>
            <a:r>
              <a:rPr>
                <a:solidFill>
                  <a:srgbClr val="3B3B3B"/>
                </a:solidFill>
              </a:rPr>
              <a:t> = { </a:t>
            </a:r>
            <a:r>
              <a:rPr>
                <a:solidFill>
                  <a:srgbClr val="001080"/>
                </a:solidFill>
              </a:rPr>
              <a:t>email:</a:t>
            </a:r>
            <a:r>
              <a:rPr>
                <a:solidFill>
                  <a:srgbClr val="3B3B3B"/>
                </a:solidFill>
              </a:rPr>
              <a:t> </a:t>
            </a:r>
            <a:r>
              <a:t>input</a:t>
            </a:r>
            <a:r>
              <a:rPr>
                <a:solidFill>
                  <a:srgbClr val="3B3B3B"/>
                </a:solidFill>
              </a:rPr>
              <a:t>.</a:t>
            </a:r>
            <a:r>
              <a:rPr>
                <a:solidFill>
                  <a:srgbClr val="001080"/>
                </a:solidFill>
              </a:rPr>
              <a:t>email</a:t>
            </a:r>
            <a:r>
              <a:rPr>
                <a:solidFill>
                  <a:srgbClr val="3B3B3B"/>
                </a:solidFill>
              </a:rPr>
              <a:t>, </a:t>
            </a:r>
            <a:r>
              <a:rPr>
                <a:solidFill>
                  <a:srgbClr val="001080"/>
                </a:solidFill>
              </a:rPr>
              <a:t>password:</a:t>
            </a:r>
            <a:r>
              <a:rPr>
                <a:solidFill>
                  <a:srgbClr val="3B3B3B"/>
                </a:solidFill>
              </a:rPr>
              <a:t> </a:t>
            </a:r>
            <a:r>
              <a:t>input</a:t>
            </a:r>
            <a:r>
              <a:rPr>
                <a:solidFill>
                  <a:srgbClr val="3B3B3B"/>
                </a:solidFill>
              </a:rPr>
              <a:t>.</a:t>
            </a:r>
            <a:r>
              <a:rPr>
                <a:solidFill>
                  <a:srgbClr val="001080"/>
                </a:solidFill>
              </a:rPr>
              <a:t>password</a:t>
            </a:r>
            <a:r>
              <a:rPr>
                <a:solidFill>
                  <a:srgbClr val="3B3B3B"/>
                </a:solidFill>
              </a:rPr>
              <a:t> };</a:t>
            </a:r>
            <a:endParaRPr>
              <a:solidFill>
                <a:srgbClr val="3B3B3B"/>
              </a:solidFill>
            </a:endParaRPr>
          </a:p>
          <a:p>
            <a:pPr marL="0" indent="0" defTabSz="425195">
              <a:spcBef>
                <a:spcPts val="0"/>
              </a:spcBef>
              <a:buClrTx/>
              <a:buSzTx/>
              <a:buFontTx/>
              <a:buNone/>
              <a:defRPr sz="3162">
                <a:solidFill>
                  <a:srgbClr val="0070C1"/>
                </a:solidFill>
                <a:latin typeface="Menlo Regular"/>
                <a:ea typeface="Menlo Regular"/>
                <a:cs typeface="Menlo Regular"/>
                <a:sym typeface="Menlo Regular"/>
              </a:defRPr>
            </a:pPr>
            <a:r>
              <a:rPr>
                <a:solidFill>
                  <a:srgbClr val="3B3B3B"/>
                </a:solidFill>
              </a:rPr>
              <a:t>    </a:t>
            </a:r>
            <a:r>
              <a:t>updatedInput</a:t>
            </a:r>
            <a:r>
              <a:rPr>
                <a:solidFill>
                  <a:srgbClr val="3B3B3B"/>
                </a:solidFill>
              </a:rPr>
              <a:t>[</a:t>
            </a:r>
            <a:r>
              <a:t>name</a:t>
            </a:r>
            <a:r>
              <a:rPr>
                <a:solidFill>
                  <a:srgbClr val="3B3B3B"/>
                </a:solidFill>
              </a:rPr>
              <a:t>] = </a:t>
            </a:r>
            <a:r>
              <a:t>value</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0070C1"/>
                </a:solidFill>
                <a:latin typeface="Menlo Regular"/>
                <a:ea typeface="Menlo Regular"/>
                <a:cs typeface="Menlo Regular"/>
                <a:sym typeface="Menlo Regular"/>
              </a:defRPr>
            </a:pPr>
            <a:r>
              <a:rPr>
                <a:solidFill>
                  <a:srgbClr val="3B3B3B"/>
                </a:solidFill>
              </a:rPr>
              <a:t>    </a:t>
            </a:r>
            <a:r>
              <a:rPr>
                <a:solidFill>
                  <a:srgbClr val="795E26"/>
                </a:solidFill>
              </a:rPr>
              <a:t>setInput</a:t>
            </a:r>
            <a:r>
              <a:rPr>
                <a:solidFill>
                  <a:srgbClr val="3B3B3B"/>
                </a:solidFill>
              </a:rPr>
              <a:t>(</a:t>
            </a:r>
            <a:r>
              <a:t>updatedInput</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t>submitForm</a:t>
            </a:r>
            <a:r>
              <a:rPr>
                <a:solidFill>
                  <a:srgbClr val="3B3B3B"/>
                </a:solidFill>
              </a:rPr>
              <a:t> = (</a:t>
            </a:r>
            <a:r>
              <a:rPr>
                <a:solidFill>
                  <a:srgbClr val="001080"/>
                </a:solidFill>
              </a:rPr>
              <a:t>e</a:t>
            </a:r>
            <a:r>
              <a:rPr>
                <a:solidFill>
                  <a:srgbClr val="3B3B3B"/>
                </a:solidFill>
              </a:rPr>
              <a:t>) </a:t>
            </a:r>
            <a:r>
              <a:rPr>
                <a:solidFill>
                  <a:srgbClr val="0000FF"/>
                </a:solidFill>
              </a:rPr>
              <a:t>=&gt;</a:t>
            </a:r>
            <a:r>
              <a:rPr>
                <a:solidFill>
                  <a:srgbClr val="3B3B3B"/>
                </a:solidFill>
              </a:rPr>
              <a:t> {</a:t>
            </a:r>
            <a:endParaRPr>
              <a:solidFill>
                <a:srgbClr val="3B3B3B"/>
              </a:solidFill>
            </a:endParaRPr>
          </a:p>
          <a:p>
            <a:pPr marL="0" indent="0" defTabSz="425195">
              <a:spcBef>
                <a:spcPts val="0"/>
              </a:spcBef>
              <a:buClrTx/>
              <a:buSzTx/>
              <a:buFontTx/>
              <a:buNone/>
              <a:defRPr sz="3162">
                <a:solidFill>
                  <a:srgbClr val="795E26"/>
                </a:solidFill>
                <a:latin typeface="Menlo Regular"/>
                <a:ea typeface="Menlo Regular"/>
                <a:cs typeface="Menlo Regular"/>
                <a:sym typeface="Menlo Regular"/>
              </a:defRPr>
            </a:pPr>
            <a:r>
              <a:rPr>
                <a:solidFill>
                  <a:srgbClr val="3B3B3B"/>
                </a:solidFill>
              </a:rPr>
              <a:t>    </a:t>
            </a:r>
            <a:r>
              <a:rPr>
                <a:solidFill>
                  <a:srgbClr val="001080"/>
                </a:solidFill>
              </a:rPr>
              <a:t>e</a:t>
            </a:r>
            <a:r>
              <a:rPr>
                <a:solidFill>
                  <a:srgbClr val="3B3B3B"/>
                </a:solidFill>
              </a:rPr>
              <a:t>.</a:t>
            </a:r>
            <a:r>
              <a:t>preventDefault</a:t>
            </a:r>
            <a:r>
              <a:rPr>
                <a:solidFill>
                  <a:srgbClr val="3B3B3B"/>
                </a:solidFill>
              </a:rPr>
              <a:t>();</a:t>
            </a:r>
            <a:endParaRPr>
              <a:solidFill>
                <a:srgbClr val="3B3B3B"/>
              </a:solidFill>
            </a:endParaRPr>
          </a:p>
          <a:p>
            <a:pPr marL="0" indent="0" defTabSz="425195">
              <a:spcBef>
                <a:spcPts val="0"/>
              </a:spcBef>
              <a:buClrTx/>
              <a:buSzTx/>
              <a:buFontTx/>
              <a:buNone/>
              <a:defRPr sz="3162">
                <a:solidFill>
                  <a:srgbClr val="A31515"/>
                </a:solidFill>
                <a:latin typeface="Menlo Regular"/>
                <a:ea typeface="Menlo Regular"/>
                <a:cs typeface="Menlo Regular"/>
                <a:sym typeface="Menlo Regular"/>
              </a:defRPr>
            </a:pPr>
            <a:r>
              <a:rPr>
                <a:solidFill>
                  <a:srgbClr val="3B3B3B"/>
                </a:solidFill>
              </a:rPr>
              <a:t>    </a:t>
            </a:r>
            <a:r>
              <a:rPr>
                <a:solidFill>
                  <a:srgbClr val="795E26"/>
                </a:solidFill>
              </a:rPr>
              <a:t>alert</a:t>
            </a:r>
            <a:r>
              <a:rPr>
                <a:solidFill>
                  <a:srgbClr val="3B3B3B"/>
                </a:solidFill>
              </a:rPr>
              <a:t>(</a:t>
            </a:r>
            <a:r>
              <a:t>"success"</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return (…"/>
          <p:cNvSpPr txBox="1"/>
          <p:nvPr/>
        </p:nvSpPr>
        <p:spPr>
          <a:xfrm>
            <a:off x="2073817" y="1219199"/>
            <a:ext cx="11812750" cy="11277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0"/>
              </a:spcBef>
              <a:defRPr sz="3400">
                <a:solidFill>
                  <a:srgbClr val="AF00DB"/>
                </a:solidFill>
                <a:latin typeface="Menlo Regular"/>
                <a:ea typeface="Menlo Regular"/>
                <a:cs typeface="Menlo Regular"/>
                <a:sym typeface="Menlo Regular"/>
              </a:defRPr>
            </a:pPr>
            <a:r>
              <a:t>return</a:t>
            </a:r>
            <a:r>
              <a:rPr>
                <a:solidFill>
                  <a:srgbClr val="3B3B3B"/>
                </a:solidFill>
              </a:rPr>
              <a:t> (</a:t>
            </a:r>
            <a:endParaRPr>
              <a:solidFill>
                <a:srgbClr val="3B3B3B"/>
              </a:solidFill>
            </a:endParaRPr>
          </a:p>
          <a:p>
            <a:pPr defTabSz="457200">
              <a:spcBef>
                <a:spcPts val="0"/>
              </a:spcBef>
              <a:defRPr sz="3400">
                <a:solidFill>
                  <a:srgbClr val="3B3B3B"/>
                </a:solidFill>
                <a:latin typeface="Menlo Regular"/>
                <a:ea typeface="Menlo Regular"/>
                <a:cs typeface="Menlo Regular"/>
                <a:sym typeface="Menlo Regular"/>
              </a:defRPr>
            </a:pPr>
            <a:r>
              <a:t>    </a:t>
            </a:r>
            <a:r>
              <a:rPr>
                <a:solidFill>
                  <a:srgbClr val="800000"/>
                </a:solidFill>
              </a:rPr>
              <a:t>&lt;&gt;</a:t>
            </a:r>
          </a:p>
          <a:p>
            <a:pPr defTabSz="457200">
              <a:spcBef>
                <a:spcPts val="0"/>
              </a:spcBef>
              <a:defRPr sz="3400">
                <a:solidFill>
                  <a:srgbClr val="001080"/>
                </a:solidFill>
                <a:latin typeface="Menlo Regular"/>
                <a:ea typeface="Menlo Regular"/>
                <a:cs typeface="Menlo Regular"/>
                <a:sym typeface="Menlo Regular"/>
              </a:defRPr>
            </a:pPr>
            <a:r>
              <a:rPr>
                <a:solidFill>
                  <a:srgbClr val="3B3B3B"/>
                </a:solidFill>
              </a:rPr>
              <a:t>      </a:t>
            </a:r>
            <a:r>
              <a:rPr>
                <a:solidFill>
                  <a:srgbClr val="800000"/>
                </a:solidFill>
              </a:rPr>
              <a:t>&lt;form</a:t>
            </a:r>
            <a:r>
              <a:rPr>
                <a:solidFill>
                  <a:srgbClr val="3B3B3B"/>
                </a:solidFill>
              </a:rPr>
              <a:t> </a:t>
            </a:r>
            <a:r>
              <a:rPr>
                <a:solidFill>
                  <a:srgbClr val="E50000"/>
                </a:solidFill>
              </a:rPr>
              <a:t>onSubmit</a:t>
            </a:r>
            <a:r>
              <a:rPr>
                <a:solidFill>
                  <a:srgbClr val="3B3B3B"/>
                </a:solidFill>
              </a:rPr>
              <a:t>=</a:t>
            </a:r>
            <a:r>
              <a:rPr>
                <a:solidFill>
                  <a:srgbClr val="0000FF"/>
                </a:solidFill>
              </a:rPr>
              <a:t>{</a:t>
            </a:r>
            <a:r>
              <a:t>submitForm</a:t>
            </a:r>
            <a:r>
              <a:rPr>
                <a:solidFill>
                  <a:srgbClr val="0000FF"/>
                </a:solidFill>
              </a:rPr>
              <a:t>}</a:t>
            </a:r>
            <a:r>
              <a:rPr>
                <a:solidFill>
                  <a:srgbClr val="800000"/>
                </a:solidFill>
              </a:rPr>
              <a:t>&gt;</a:t>
            </a:r>
            <a:endParaRPr>
              <a:solidFill>
                <a:srgbClr val="3B3B3B"/>
              </a:solidFill>
            </a:endParaRPr>
          </a:p>
          <a:p>
            <a:pPr defTabSz="457200">
              <a:spcBef>
                <a:spcPts val="0"/>
              </a:spcBef>
              <a:defRPr sz="3400">
                <a:solidFill>
                  <a:srgbClr val="3B3B3B"/>
                </a:solidFill>
                <a:latin typeface="Menlo Regular"/>
                <a:ea typeface="Menlo Regular"/>
                <a:cs typeface="Menlo Regular"/>
                <a:sym typeface="Menlo Regular"/>
              </a:defRPr>
            </a:pPr>
            <a:r>
              <a:t>        EMAIL:</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800000"/>
                </a:solidFill>
              </a:rPr>
              <a:t>&lt;input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type</a:t>
            </a:r>
            <a:r>
              <a:t>=</a:t>
            </a:r>
            <a:r>
              <a:rPr>
                <a:solidFill>
                  <a:srgbClr val="A31515"/>
                </a:solidFill>
              </a:rPr>
              <a:t>"email"</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name</a:t>
            </a:r>
            <a:r>
              <a:t>=</a:t>
            </a:r>
            <a:r>
              <a:rPr>
                <a:solidFill>
                  <a:srgbClr val="A31515"/>
                </a:solidFill>
              </a:rPr>
              <a:t>"email"</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value</a:t>
            </a:r>
            <a:r>
              <a:t>=</a:t>
            </a:r>
            <a:r>
              <a:rPr>
                <a:solidFill>
                  <a:srgbClr val="0000FF"/>
                </a:solidFill>
              </a:rPr>
              <a:t>{</a:t>
            </a:r>
            <a:r>
              <a:rPr>
                <a:solidFill>
                  <a:srgbClr val="001080"/>
                </a:solidFill>
              </a:rPr>
              <a:t>input</a:t>
            </a:r>
            <a:r>
              <a:t>.</a:t>
            </a:r>
            <a:r>
              <a:rPr>
                <a:solidFill>
                  <a:srgbClr val="001080"/>
                </a:solidFill>
              </a:rPr>
              <a:t>email</a:t>
            </a:r>
            <a:r>
              <a:rPr>
                <a:solidFill>
                  <a:srgbClr val="0000FF"/>
                </a:solidFill>
              </a:rPr>
              <a: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onChange</a:t>
            </a:r>
            <a:r>
              <a:t>=</a:t>
            </a:r>
            <a:r>
              <a:rPr>
                <a:solidFill>
                  <a:srgbClr val="0000FF"/>
                </a:solidFill>
              </a:rPr>
              <a:t>{</a:t>
            </a:r>
            <a:r>
              <a:rPr>
                <a:solidFill>
                  <a:srgbClr val="001080"/>
                </a:solidFill>
              </a:rPr>
              <a:t>updateForm</a:t>
            </a:r>
            <a:r>
              <a:rPr>
                <a:solidFill>
                  <a:srgbClr val="0000FF"/>
                </a:solidFill>
              </a:rPr>
              <a: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800000"/>
                </a:solidFill>
              </a:rPr>
              <a:t>/&gt;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800000"/>
                </a:solidFill>
              </a:rPr>
              <a:t>&lt;br</a:t>
            </a:r>
            <a:r>
              <a:t> </a:t>
            </a:r>
            <a:r>
              <a:rPr>
                <a:solidFill>
                  <a:srgbClr val="800000"/>
                </a:solidFill>
              </a:rPr>
              <a:t>/&gt;</a:t>
            </a:r>
          </a:p>
          <a:p>
            <a:pPr defTabSz="457200">
              <a:spcBef>
                <a:spcPts val="0"/>
              </a:spcBef>
              <a:defRPr sz="3400">
                <a:solidFill>
                  <a:srgbClr val="3B3B3B"/>
                </a:solidFill>
                <a:latin typeface="Menlo Regular"/>
                <a:ea typeface="Menlo Regular"/>
                <a:cs typeface="Menlo Regular"/>
                <a:sym typeface="Menlo Regular"/>
              </a:defRPr>
            </a:pPr>
            <a:r>
              <a:t>        PASSWORD:</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800000"/>
                </a:solidFill>
              </a:rPr>
              <a:t>&lt;input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type</a:t>
            </a:r>
            <a:r>
              <a:t>=</a:t>
            </a:r>
            <a:r>
              <a:rPr>
                <a:solidFill>
                  <a:srgbClr val="A31515"/>
                </a:solidFill>
              </a:rPr>
              <a:t>"password"</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name</a:t>
            </a:r>
            <a:r>
              <a:t>=</a:t>
            </a:r>
            <a:r>
              <a:rPr>
                <a:solidFill>
                  <a:srgbClr val="A31515"/>
                </a:solidFill>
              </a:rPr>
              <a:t>"password"</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value</a:t>
            </a:r>
            <a:r>
              <a:t>=</a:t>
            </a:r>
            <a:r>
              <a:rPr>
                <a:solidFill>
                  <a:srgbClr val="0000FF"/>
                </a:solidFill>
              </a:rPr>
              <a:t>{</a:t>
            </a:r>
            <a:r>
              <a:rPr>
                <a:solidFill>
                  <a:srgbClr val="001080"/>
                </a:solidFill>
              </a:rPr>
              <a:t>input</a:t>
            </a:r>
            <a:r>
              <a:t>.</a:t>
            </a:r>
            <a:r>
              <a:rPr>
                <a:solidFill>
                  <a:srgbClr val="001080"/>
                </a:solidFill>
              </a:rPr>
              <a:t>password</a:t>
            </a:r>
            <a:r>
              <a:rPr>
                <a:solidFill>
                  <a:srgbClr val="0000FF"/>
                </a:solidFill>
              </a:rPr>
              <a: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E50000"/>
                </a:solidFill>
              </a:rPr>
              <a:t>onChange</a:t>
            </a:r>
            <a:r>
              <a:t>=</a:t>
            </a:r>
            <a:r>
              <a:rPr>
                <a:solidFill>
                  <a:srgbClr val="0000FF"/>
                </a:solidFill>
              </a:rPr>
              <a:t>{</a:t>
            </a:r>
            <a:r>
              <a:rPr>
                <a:solidFill>
                  <a:srgbClr val="001080"/>
                </a:solidFill>
              </a:rPr>
              <a:t>updateForm</a:t>
            </a:r>
            <a:r>
              <a:rPr>
                <a:solidFill>
                  <a:srgbClr val="0000FF"/>
                </a:solidFill>
              </a:rPr>
              <a: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800000"/>
                </a:solidFill>
              </a:rPr>
              <a:t>/&gt;</a:t>
            </a:r>
          </a:p>
          <a:p>
            <a:pPr defTabSz="457200">
              <a:spcBef>
                <a:spcPts val="0"/>
              </a:spcBef>
              <a:defRPr sz="3400">
                <a:solidFill>
                  <a:srgbClr val="3B3B3B"/>
                </a:solidFill>
                <a:latin typeface="Menlo Regular"/>
                <a:ea typeface="Menlo Regular"/>
                <a:cs typeface="Menlo Regular"/>
                <a:sym typeface="Menlo Regular"/>
              </a:defRPr>
            </a:pPr>
            <a:r>
              <a:t>        </a:t>
            </a:r>
            <a:r>
              <a:rPr>
                <a:solidFill>
                  <a:srgbClr val="800000"/>
                </a:solidFill>
              </a:rPr>
              <a:t>&lt;br</a:t>
            </a:r>
            <a:r>
              <a:t> </a:t>
            </a:r>
            <a:r>
              <a:rPr>
                <a:solidFill>
                  <a:srgbClr val="800000"/>
                </a:solidFill>
              </a:rPr>
              <a:t>/&gt;</a:t>
            </a:r>
          </a:p>
          <a:p>
            <a:pPr defTabSz="457200">
              <a:spcBef>
                <a:spcPts val="0"/>
              </a:spcBef>
              <a:defRPr sz="3400">
                <a:solidFill>
                  <a:srgbClr val="800000"/>
                </a:solidFill>
                <a:latin typeface="Menlo Regular"/>
                <a:ea typeface="Menlo Regular"/>
                <a:cs typeface="Menlo Regular"/>
                <a:sym typeface="Menlo Regular"/>
              </a:defRPr>
            </a:pPr>
            <a:r>
              <a:rPr>
                <a:solidFill>
                  <a:srgbClr val="3B3B3B"/>
                </a:solidFill>
              </a:rPr>
              <a:t>        </a:t>
            </a:r>
            <a:r>
              <a:t>&lt;button</a:t>
            </a:r>
            <a:r>
              <a:rPr>
                <a:solidFill>
                  <a:srgbClr val="3B3B3B"/>
                </a:solidFill>
              </a:rPr>
              <a:t> </a:t>
            </a:r>
            <a:r>
              <a:rPr>
                <a:solidFill>
                  <a:srgbClr val="E50000"/>
                </a:solidFill>
              </a:rPr>
              <a:t>type</a:t>
            </a:r>
            <a:r>
              <a:rPr>
                <a:solidFill>
                  <a:srgbClr val="3B3B3B"/>
                </a:solidFill>
              </a:rPr>
              <a:t>=</a:t>
            </a:r>
            <a:r>
              <a:rPr>
                <a:solidFill>
                  <a:srgbClr val="A31515"/>
                </a:solidFill>
              </a:rPr>
              <a:t>"submit"</a:t>
            </a:r>
            <a:r>
              <a:t>&gt;</a:t>
            </a:r>
            <a:r>
              <a:rPr>
                <a:solidFill>
                  <a:srgbClr val="3B3B3B"/>
                </a:solidFill>
              </a:rPr>
              <a:t>submit</a:t>
            </a:r>
            <a:r>
              <a:t>&lt;/button&gt;</a:t>
            </a:r>
            <a:endParaRPr>
              <a:solidFill>
                <a:srgbClr val="3B3B3B"/>
              </a:solidFill>
            </a:endParaRPr>
          </a:p>
          <a:p>
            <a:pPr defTabSz="457200">
              <a:spcBef>
                <a:spcPts val="0"/>
              </a:spcBef>
              <a:defRPr sz="3400">
                <a:solidFill>
                  <a:srgbClr val="800000"/>
                </a:solidFill>
                <a:latin typeface="Menlo Regular"/>
                <a:ea typeface="Menlo Regular"/>
                <a:cs typeface="Menlo Regular"/>
                <a:sym typeface="Menlo Regular"/>
              </a:defRPr>
            </a:pPr>
            <a:r>
              <a:rPr>
                <a:solidFill>
                  <a:srgbClr val="3B3B3B"/>
                </a:solidFill>
              </a:rPr>
              <a:t>      </a:t>
            </a:r>
            <a:r>
              <a:t>&lt;/form&gt;</a:t>
            </a:r>
            <a:endParaRPr>
              <a:solidFill>
                <a:srgbClr val="3B3B3B"/>
              </a:solidFill>
            </a:endParaRPr>
          </a:p>
        </p:txBody>
      </p:sp>
    </p:spTree>
  </p:cSld>
  <p:clrMapOvr>
    <a:masterClrMapping/>
  </p:clrMapOvr>
  <p:transition xmlns:p14="http://schemas.microsoft.com/office/powerpoint/2010/main" spd="med" advClick="1"/>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lt;h1&gt;{input.email}&lt;/h1&gt;…"/>
          <p:cNvSpPr txBox="1"/>
          <p:nvPr>
            <p:ph type="body" idx="1"/>
          </p:nvPr>
        </p:nvSpPr>
        <p:spPr>
          <a:prstGeom prst="rect">
            <a:avLst/>
          </a:prstGeom>
        </p:spPr>
        <p:txBody>
          <a:bodyPr/>
          <a:lstStyle/>
          <a:p>
            <a:pPr marL="0" indent="0" defTabSz="457200">
              <a:spcBef>
                <a:spcPts val="0"/>
              </a:spcBef>
              <a:buClrTx/>
              <a:buSzTx/>
              <a:buFontTx/>
              <a:buNone/>
              <a:defRPr sz="4200">
                <a:solidFill>
                  <a:srgbClr val="001080"/>
                </a:solidFill>
                <a:latin typeface="Menlo Regular"/>
                <a:ea typeface="Menlo Regular"/>
                <a:cs typeface="Menlo Regular"/>
                <a:sym typeface="Menlo Regular"/>
              </a:defRPr>
            </a:pPr>
            <a:r>
              <a:rPr>
                <a:solidFill>
                  <a:srgbClr val="800000"/>
                </a:solidFill>
              </a:rPr>
              <a:t>&lt;h1&gt;</a:t>
            </a:r>
            <a:r>
              <a:rPr>
                <a:solidFill>
                  <a:srgbClr val="0000FF"/>
                </a:solidFill>
              </a:rPr>
              <a:t>{</a:t>
            </a:r>
            <a:r>
              <a:t>input</a:t>
            </a:r>
            <a:r>
              <a:rPr>
                <a:solidFill>
                  <a:srgbClr val="3B3B3B"/>
                </a:solidFill>
              </a:rPr>
              <a:t>.</a:t>
            </a:r>
            <a:r>
              <a:t>email</a:t>
            </a:r>
            <a:r>
              <a:rPr>
                <a:solidFill>
                  <a:srgbClr val="0000FF"/>
                </a:solidFill>
              </a:rPr>
              <a:t>}</a:t>
            </a:r>
            <a:r>
              <a:rPr>
                <a:solidFill>
                  <a:srgbClr val="800000"/>
                </a:solidFill>
              </a:rPr>
              <a:t>&lt;/h1&gt;</a:t>
            </a:r>
            <a:endParaRPr>
              <a:solidFill>
                <a:srgbClr val="3B3B3B"/>
              </a:solidFill>
            </a:endParaRPr>
          </a:p>
          <a:p>
            <a:pPr marL="0" indent="0" defTabSz="457200">
              <a:spcBef>
                <a:spcPts val="0"/>
              </a:spcBef>
              <a:buClrTx/>
              <a:buSzTx/>
              <a:buFontTx/>
              <a:buNone/>
              <a:defRPr sz="4200">
                <a:solidFill>
                  <a:srgbClr val="001080"/>
                </a:solidFill>
                <a:latin typeface="Menlo Regular"/>
                <a:ea typeface="Menlo Regular"/>
                <a:cs typeface="Menlo Regular"/>
                <a:sym typeface="Menlo Regular"/>
              </a:defRPr>
            </a:pPr>
            <a:r>
              <a:rPr>
                <a:solidFill>
                  <a:srgbClr val="3B3B3B"/>
                </a:solidFill>
              </a:rPr>
              <a:t>      </a:t>
            </a:r>
            <a:r>
              <a:rPr>
                <a:solidFill>
                  <a:srgbClr val="800000"/>
                </a:solidFill>
              </a:rPr>
              <a:t>&lt;h1&gt;</a:t>
            </a:r>
            <a:r>
              <a:rPr>
                <a:solidFill>
                  <a:srgbClr val="0000FF"/>
                </a:solidFill>
              </a:rPr>
              <a:t>{</a:t>
            </a:r>
            <a:r>
              <a:t>input</a:t>
            </a:r>
            <a:r>
              <a:rPr>
                <a:solidFill>
                  <a:srgbClr val="3B3B3B"/>
                </a:solidFill>
              </a:rPr>
              <a:t>.</a:t>
            </a:r>
            <a:r>
              <a:t>password</a:t>
            </a:r>
            <a:r>
              <a:rPr>
                <a:solidFill>
                  <a:srgbClr val="0000FF"/>
                </a:solidFill>
              </a:rPr>
              <a:t>}</a:t>
            </a:r>
            <a:r>
              <a:rPr>
                <a:solidFill>
                  <a:srgbClr val="800000"/>
                </a:solidFill>
              </a:rPr>
              <a:t>&lt;/h1&gt;</a:t>
            </a:r>
            <a:endParaRPr>
              <a:solidFill>
                <a:srgbClr val="3B3B3B"/>
              </a:solidFill>
            </a:endParaRP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&lt;/&gt;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  );</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r>
              <a:t>}</a:t>
            </a:r>
          </a:p>
          <a:p>
            <a:pPr marL="0" indent="0" defTabSz="457200">
              <a:spcBef>
                <a:spcPts val="0"/>
              </a:spcBef>
              <a:buClrTx/>
              <a:buSzTx/>
              <a:buFontTx/>
              <a:buNone/>
              <a:defRPr sz="4200">
                <a:solidFill>
                  <a:srgbClr val="3B3B3B"/>
                </a:solidFill>
                <a:latin typeface="Menlo Regular"/>
                <a:ea typeface="Menlo Regular"/>
                <a:cs typeface="Menlo Regular"/>
                <a:sym typeface="Menlo Regular"/>
              </a:defRPr>
            </a:pPr>
          </a:p>
          <a:p>
            <a:pPr marL="0" indent="0" defTabSz="457200">
              <a:spcBef>
                <a:spcPts val="0"/>
              </a:spcBef>
              <a:buClrTx/>
              <a:buSzTx/>
              <a:buFontTx/>
              <a:buNone/>
              <a:defRPr sz="4200">
                <a:solidFill>
                  <a:srgbClr val="AF00DB"/>
                </a:solidFill>
                <a:latin typeface="Menlo Regular"/>
                <a:ea typeface="Menlo Regular"/>
                <a:cs typeface="Menlo Regular"/>
                <a:sym typeface="Menlo Regular"/>
              </a:defRPr>
            </a:pPr>
            <a:r>
              <a:t>export</a:t>
            </a:r>
            <a:r>
              <a:rPr>
                <a:solidFill>
                  <a:srgbClr val="3B3B3B"/>
                </a:solidFill>
              </a:rPr>
              <a:t> </a:t>
            </a:r>
            <a:r>
              <a:t>default</a:t>
            </a:r>
            <a:r>
              <a:rPr>
                <a:solidFill>
                  <a:srgbClr val="3B3B3B"/>
                </a:solidFill>
              </a:rPr>
              <a:t> </a:t>
            </a:r>
            <a:r>
              <a:rPr>
                <a:solidFill>
                  <a:srgbClr val="001080"/>
                </a:solidFill>
              </a:rPr>
              <a:t>Form</a:t>
            </a:r>
            <a:r>
              <a:rPr>
                <a:solidFill>
                  <a:srgbClr val="3B3B3B"/>
                </a:solidFill>
              </a:rPr>
              <a:t>;</a:t>
            </a:r>
            <a:endParaRPr>
              <a:solidFill>
                <a:srgbClr val="3B3B3B"/>
              </a:solidFill>
            </a:endParaRPr>
          </a:p>
        </p:txBody>
      </p:sp>
    </p:spTree>
  </p:cSld>
  <p:clrMapOvr>
    <a:masterClrMapping/>
  </p:clrMapOvr>
  <p:transition xmlns:p14="http://schemas.microsoft.com/office/powerpoint/2010/main" spd="med" advClick="1"/>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Conditional rendering"/>
          <p:cNvSpPr txBox="1"/>
          <p:nvPr>
            <p:ph type="title"/>
          </p:nvPr>
        </p:nvSpPr>
        <p:spPr>
          <a:xfrm>
            <a:off x="3737143" y="-539464"/>
            <a:ext cx="16459201" cy="2286001"/>
          </a:xfrm>
          <a:prstGeom prst="rect">
            <a:avLst/>
          </a:prstGeom>
        </p:spPr>
        <p:txBody>
          <a:bodyPr/>
          <a:lstStyle/>
          <a:p>
            <a:pPr/>
            <a:r>
              <a:t>Conditional rendering</a:t>
            </a:r>
          </a:p>
        </p:txBody>
      </p:sp>
      <p:sp>
        <p:nvSpPr>
          <p:cNvPr id="401" name="import { useState } from &quot;react&quot;;…"/>
          <p:cNvSpPr txBox="1"/>
          <p:nvPr>
            <p:ph type="body" idx="1"/>
          </p:nvPr>
        </p:nvSpPr>
        <p:spPr>
          <a:xfrm>
            <a:off x="677411" y="1079236"/>
            <a:ext cx="20079141" cy="12722241"/>
          </a:xfrm>
          <a:prstGeom prst="rect">
            <a:avLst/>
          </a:prstGeom>
        </p:spPr>
        <p:txBody>
          <a:bodyPr/>
          <a:lstStyle/>
          <a:p>
            <a:pPr marL="0" indent="0" defTabSz="425195">
              <a:spcBef>
                <a:spcPts val="0"/>
              </a:spcBef>
              <a:buClrTx/>
              <a:buSzTx/>
              <a:buFontTx/>
              <a:buNone/>
              <a:defRPr sz="3162">
                <a:solidFill>
                  <a:srgbClr val="001080"/>
                </a:solidFill>
                <a:latin typeface="Menlo Regular"/>
                <a:ea typeface="Menlo Regular"/>
                <a:cs typeface="Menlo Regular"/>
                <a:sym typeface="Menlo Regular"/>
              </a:defRPr>
            </a:pPr>
            <a:r>
              <a:rPr>
                <a:solidFill>
                  <a:srgbClr val="3B3B3B"/>
                </a:solidFill>
              </a:rPr>
              <a:t> </a:t>
            </a:r>
            <a:r>
              <a:rPr>
                <a:solidFill>
                  <a:srgbClr val="AF00DB"/>
                </a:solidFill>
              </a:rPr>
              <a:t>import</a:t>
            </a:r>
            <a:r>
              <a:rPr>
                <a:solidFill>
                  <a:srgbClr val="3B3B3B"/>
                </a:solidFill>
              </a:rPr>
              <a:t> { </a:t>
            </a:r>
            <a:r>
              <a:t>useState</a:t>
            </a:r>
            <a:r>
              <a:rPr>
                <a:solidFill>
                  <a:srgbClr val="3B3B3B"/>
                </a:solidFill>
              </a:rPr>
              <a:t> } </a:t>
            </a:r>
            <a:r>
              <a:rPr>
                <a:solidFill>
                  <a:srgbClr val="AF00DB"/>
                </a:solidFill>
              </a:rPr>
              <a:t>from</a:t>
            </a:r>
            <a:r>
              <a:rPr>
                <a:solidFill>
                  <a:srgbClr val="3B3B3B"/>
                </a:solidFill>
              </a:rPr>
              <a:t> </a:t>
            </a:r>
            <a:r>
              <a:rPr>
                <a:solidFill>
                  <a:srgbClr val="A31515"/>
                </a:solidFill>
              </a:rPr>
              <a:t>"react"</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0000FF"/>
                </a:solidFill>
                <a:latin typeface="Menlo Regular"/>
                <a:ea typeface="Menlo Regular"/>
                <a:cs typeface="Menlo Regular"/>
                <a:sym typeface="Menlo Regular"/>
              </a:defRPr>
            </a:pPr>
            <a:r>
              <a:t>function</a:t>
            </a:r>
            <a:r>
              <a:rPr>
                <a:solidFill>
                  <a:srgbClr val="3B3B3B"/>
                </a:solidFill>
              </a:rPr>
              <a:t> </a:t>
            </a:r>
            <a:r>
              <a:rPr>
                <a:solidFill>
                  <a:srgbClr val="795E26"/>
                </a:solidFill>
              </a:rPr>
              <a:t>Navbar</a:t>
            </a:r>
            <a:r>
              <a:rPr>
                <a:solidFill>
                  <a:srgbClr val="3B3B3B"/>
                </a:solidFill>
              </a:rPr>
              <a:t>() {</a:t>
            </a:r>
            <a:endParaRPr>
              <a:solidFill>
                <a:srgbClr val="3B3B3B"/>
              </a:solidFill>
            </a:endParaRPr>
          </a:p>
          <a:p>
            <a:pPr marL="0" indent="0" defTabSz="425195">
              <a:spcBef>
                <a:spcPts val="0"/>
              </a:spcBef>
              <a:buClrTx/>
              <a:buSzTx/>
              <a:buFontTx/>
              <a:buNone/>
              <a:defRPr sz="3162">
                <a:solidFill>
                  <a:srgbClr val="795E26"/>
                </a:solidFill>
                <a:latin typeface="Menlo Regular"/>
                <a:ea typeface="Menlo Regular"/>
                <a:cs typeface="Menlo Regular"/>
                <a:sym typeface="Menlo Regular"/>
              </a:defRPr>
            </a:pPr>
            <a:r>
              <a:rPr>
                <a:solidFill>
                  <a:srgbClr val="3B3B3B"/>
                </a:solidFill>
              </a:rPr>
              <a:t>  </a:t>
            </a:r>
            <a:r>
              <a:rPr>
                <a:solidFill>
                  <a:srgbClr val="0000FF"/>
                </a:solidFill>
              </a:rPr>
              <a:t>const</a:t>
            </a:r>
            <a:r>
              <a:rPr>
                <a:solidFill>
                  <a:srgbClr val="3B3B3B"/>
                </a:solidFill>
              </a:rPr>
              <a:t> [</a:t>
            </a:r>
            <a:r>
              <a:rPr>
                <a:solidFill>
                  <a:srgbClr val="0070C1"/>
                </a:solidFill>
              </a:rPr>
              <a:t>isLoggedIn</a:t>
            </a:r>
            <a:r>
              <a:rPr>
                <a:solidFill>
                  <a:srgbClr val="3B3B3B"/>
                </a:solidFill>
              </a:rPr>
              <a:t>, </a:t>
            </a:r>
            <a:r>
              <a:t>setIsLoggedIn</a:t>
            </a:r>
            <a:r>
              <a:rPr>
                <a:solidFill>
                  <a:srgbClr val="3B3B3B"/>
                </a:solidFill>
              </a:rPr>
              <a:t>] = </a:t>
            </a:r>
            <a:r>
              <a:t>useState</a:t>
            </a:r>
            <a:r>
              <a:rPr>
                <a:solidFill>
                  <a:srgbClr val="3B3B3B"/>
                </a:solidFill>
              </a:rPr>
              <a:t>(</a:t>
            </a:r>
            <a:r>
              <a:rPr>
                <a:solidFill>
                  <a:srgbClr val="0000FF"/>
                </a:solidFill>
              </a:rPr>
              <a:t>false</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 (</a:t>
            </a:r>
            <a:endParaRPr>
              <a:solidFill>
                <a:srgbClr val="3B3B3B"/>
              </a:solidFill>
            </a:endParaRPr>
          </a:p>
          <a:p>
            <a:pPr marL="0" indent="0" defTabSz="425195">
              <a:spcBef>
                <a:spcPts val="0"/>
              </a:spcBef>
              <a:buClrTx/>
              <a:buSzTx/>
              <a:buFontTx/>
              <a:buNone/>
              <a:defRPr sz="3162">
                <a:solidFill>
                  <a:srgbClr val="001080"/>
                </a:solidFill>
                <a:latin typeface="Menlo Regular"/>
                <a:ea typeface="Menlo Regular"/>
                <a:cs typeface="Menlo Regular"/>
                <a:sym typeface="Menlo Regular"/>
              </a:defRPr>
            </a:pPr>
            <a:r>
              <a:rPr>
                <a:solidFill>
                  <a:srgbClr val="3B3B3B"/>
                </a:solidFill>
              </a:rPr>
              <a:t>    </a:t>
            </a:r>
            <a:r>
              <a:rPr>
                <a:solidFill>
                  <a:srgbClr val="800000"/>
                </a:solidFill>
              </a:rPr>
              <a:t>&lt;nav&gt;</a:t>
            </a:r>
            <a:endParaRPr>
              <a:solidFill>
                <a:srgbClr val="3B3B3B"/>
              </a:solidFill>
            </a:endParaRPr>
          </a:p>
          <a:p>
            <a:pPr marL="0" indent="0" defTabSz="425195">
              <a:spcBef>
                <a:spcPts val="0"/>
              </a:spcBef>
              <a:buClrTx/>
              <a:buSzTx/>
              <a:buFontTx/>
              <a:buNone/>
              <a:defRPr sz="3162">
                <a:solidFill>
                  <a:srgbClr val="0070C1"/>
                </a:solidFill>
                <a:latin typeface="Menlo Regular"/>
                <a:ea typeface="Menlo Regular"/>
                <a:cs typeface="Menlo Regular"/>
                <a:sym typeface="Menlo Regular"/>
              </a:defRPr>
            </a:pPr>
            <a:r>
              <a:rPr>
                <a:solidFill>
                  <a:srgbClr val="3B3B3B"/>
                </a:solidFill>
              </a:rPr>
              <a:t>      </a:t>
            </a:r>
            <a:r>
              <a:rPr>
                <a:solidFill>
                  <a:srgbClr val="0000FF"/>
                </a:solidFill>
              </a:rPr>
              <a:t>{</a:t>
            </a:r>
            <a:r>
              <a:t>isLoggedIn</a:t>
            </a:r>
            <a:r>
              <a:rPr>
                <a:solidFill>
                  <a:srgbClr val="3B3B3B"/>
                </a:solidFill>
              </a:rPr>
              <a:t> ? (</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r>
              <a:rPr>
                <a:solidFill>
                  <a:srgbClr val="800000"/>
                </a:solidFill>
              </a:rPr>
              <a:t>&lt;&gt;</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r>
              <a:rPr>
                <a:solidFill>
                  <a:srgbClr val="800000"/>
                </a:solidFill>
              </a:rPr>
              <a:t>&lt;a</a:t>
            </a:r>
            <a:r>
              <a:t> </a:t>
            </a:r>
            <a:r>
              <a:rPr>
                <a:solidFill>
                  <a:srgbClr val="E50000"/>
                </a:solidFill>
              </a:rPr>
              <a:t>href</a:t>
            </a:r>
            <a:r>
              <a:t>=</a:t>
            </a:r>
            <a:r>
              <a:rPr>
                <a:solidFill>
                  <a:srgbClr val="A31515"/>
                </a:solidFill>
              </a:rPr>
              <a:t>"#"</a:t>
            </a:r>
            <a:r>
              <a:rPr>
                <a:solidFill>
                  <a:srgbClr val="800000"/>
                </a:solidFill>
              </a:rPr>
              <a:t>&gt;</a:t>
            </a:r>
            <a:r>
              <a:t>Home</a:t>
            </a:r>
            <a:r>
              <a:rPr>
                <a:solidFill>
                  <a:srgbClr val="800000"/>
                </a:solidFill>
              </a:rPr>
              <a:t>&lt;/a&gt;</a:t>
            </a:r>
            <a:r>
              <a:t> |</a:t>
            </a:r>
            <a:r>
              <a:rPr>
                <a:solidFill>
                  <a:srgbClr val="0000FF"/>
                </a:solidFill>
              </a:rPr>
              <a:t>{</a:t>
            </a:r>
            <a:r>
              <a:rPr>
                <a:solidFill>
                  <a:srgbClr val="A31515"/>
                </a:solidFill>
              </a:rPr>
              <a:t>" "</a:t>
            </a:r>
            <a:r>
              <a:rPr>
                <a:solidFill>
                  <a:srgbClr val="0000FF"/>
                </a:solidFill>
              </a:rPr>
              <a:t>}</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r>
              <a:rPr>
                <a:solidFill>
                  <a:srgbClr val="800000"/>
                </a:solidFill>
              </a:rPr>
              <a:t>&lt;a</a:t>
            </a:r>
            <a:r>
              <a:t> </a:t>
            </a:r>
            <a:r>
              <a:rPr>
                <a:solidFill>
                  <a:srgbClr val="E50000"/>
                </a:solidFill>
              </a:rPr>
              <a:t>href</a:t>
            </a:r>
            <a:r>
              <a:t>=</a:t>
            </a:r>
            <a:r>
              <a:rPr>
                <a:solidFill>
                  <a:srgbClr val="A31515"/>
                </a:solidFill>
              </a:rPr>
              <a:t>"#"</a:t>
            </a:r>
            <a:r>
              <a:rPr>
                <a:solidFill>
                  <a:srgbClr val="800000"/>
                </a:solidFill>
              </a:rPr>
              <a:t>&gt;</a:t>
            </a:r>
            <a:r>
              <a:t>Profile</a:t>
            </a:r>
            <a:r>
              <a:rPr>
                <a:solidFill>
                  <a:srgbClr val="800000"/>
                </a:solidFill>
              </a:rPr>
              <a:t>&lt;/a&gt;</a:t>
            </a:r>
            <a:r>
              <a:t> |</a:t>
            </a:r>
            <a:r>
              <a:rPr>
                <a:solidFill>
                  <a:srgbClr val="0000FF"/>
                </a:solidFill>
              </a:rPr>
              <a:t>{</a:t>
            </a:r>
            <a:r>
              <a:rPr>
                <a:solidFill>
                  <a:srgbClr val="A31515"/>
                </a:solidFill>
              </a:rPr>
              <a:t>" "</a:t>
            </a:r>
            <a:r>
              <a:rPr>
                <a:solidFill>
                  <a:srgbClr val="0000FF"/>
                </a:solidFill>
              </a:rPr>
              <a:t>}</a:t>
            </a:r>
          </a:p>
          <a:p>
            <a:pPr marL="0" indent="0" defTabSz="425195">
              <a:spcBef>
                <a:spcPts val="0"/>
              </a:spcBef>
              <a:buClrTx/>
              <a:buSzTx/>
              <a:buFontTx/>
              <a:buNone/>
              <a:defRPr sz="3162">
                <a:solidFill>
                  <a:srgbClr val="795E26"/>
                </a:solidFill>
                <a:latin typeface="Menlo Regular"/>
                <a:ea typeface="Menlo Regular"/>
                <a:cs typeface="Menlo Regular"/>
                <a:sym typeface="Menlo Regular"/>
              </a:defRPr>
            </a:pPr>
            <a:r>
              <a:rPr>
                <a:solidFill>
                  <a:srgbClr val="3B3B3B"/>
                </a:solidFill>
              </a:rPr>
              <a:t>          </a:t>
            </a:r>
            <a:r>
              <a:rPr>
                <a:solidFill>
                  <a:srgbClr val="800000"/>
                </a:solidFill>
              </a:rPr>
              <a:t>&lt;button</a:t>
            </a:r>
            <a:r>
              <a:rPr>
                <a:solidFill>
                  <a:srgbClr val="3B3B3B"/>
                </a:solidFill>
              </a:rPr>
              <a:t> </a:t>
            </a:r>
            <a:r>
              <a:rPr>
                <a:solidFill>
                  <a:srgbClr val="E50000"/>
                </a:solidFill>
              </a:rPr>
              <a:t>onClick</a:t>
            </a:r>
            <a:r>
              <a:rPr>
                <a:solidFill>
                  <a:srgbClr val="3B3B3B"/>
                </a:solidFill>
              </a:rPr>
              <a:t>=</a:t>
            </a:r>
            <a:r>
              <a:rPr>
                <a:solidFill>
                  <a:srgbClr val="0000FF"/>
                </a:solidFill>
              </a:rPr>
              <a:t>{</a:t>
            </a:r>
            <a:r>
              <a:rPr>
                <a:solidFill>
                  <a:srgbClr val="3B3B3B"/>
                </a:solidFill>
              </a:rPr>
              <a:t>() </a:t>
            </a:r>
            <a:r>
              <a:rPr>
                <a:solidFill>
                  <a:srgbClr val="0000FF"/>
                </a:solidFill>
              </a:rPr>
              <a:t>=&gt;</a:t>
            </a:r>
            <a:r>
              <a:rPr>
                <a:solidFill>
                  <a:srgbClr val="3B3B3B"/>
                </a:solidFill>
              </a:rPr>
              <a:t> </a:t>
            </a:r>
            <a:r>
              <a:t>setIsLoggedIn</a:t>
            </a:r>
            <a:r>
              <a:rPr>
                <a:solidFill>
                  <a:srgbClr val="3B3B3B"/>
                </a:solidFill>
              </a:rPr>
              <a:t>(</a:t>
            </a:r>
            <a:r>
              <a:rPr>
                <a:solidFill>
                  <a:srgbClr val="0000FF"/>
                </a:solidFill>
              </a:rPr>
              <a:t>false</a:t>
            </a:r>
            <a:r>
              <a:rPr>
                <a:solidFill>
                  <a:srgbClr val="3B3B3B"/>
                </a:solidFill>
              </a:rPr>
              <a:t>)</a:t>
            </a:r>
            <a:r>
              <a:rPr>
                <a:solidFill>
                  <a:srgbClr val="0000FF"/>
                </a:solidFill>
              </a:rPr>
              <a:t>}</a:t>
            </a:r>
            <a:r>
              <a:rPr>
                <a:solidFill>
                  <a:srgbClr val="800000"/>
                </a:solidFill>
              </a:rPr>
              <a:t>&gt;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Logout</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r>
              <a:rPr>
                <a:solidFill>
                  <a:srgbClr val="800000"/>
                </a:solidFill>
              </a:rPr>
              <a:t>&lt;/button&gt;</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r>
              <a:rPr>
                <a:solidFill>
                  <a:srgbClr val="800000"/>
                </a:solidFill>
              </a:rPr>
              <a:t>&lt;/&gt;</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 : (</a:t>
            </a:r>
          </a:p>
          <a:p>
            <a:pPr marL="0" indent="0" defTabSz="425195">
              <a:spcBef>
                <a:spcPts val="0"/>
              </a:spcBef>
              <a:buClrTx/>
              <a:buSzTx/>
              <a:buFontTx/>
              <a:buNone/>
              <a:defRPr sz="3162">
                <a:solidFill>
                  <a:srgbClr val="795E26"/>
                </a:solidFill>
                <a:latin typeface="Menlo Regular"/>
                <a:ea typeface="Menlo Regular"/>
                <a:cs typeface="Menlo Regular"/>
                <a:sym typeface="Menlo Regular"/>
              </a:defRPr>
            </a:pPr>
            <a:r>
              <a:rPr>
                <a:solidFill>
                  <a:srgbClr val="3B3B3B"/>
                </a:solidFill>
              </a:rPr>
              <a:t>        </a:t>
            </a:r>
            <a:r>
              <a:rPr>
                <a:solidFill>
                  <a:srgbClr val="800000"/>
                </a:solidFill>
              </a:rPr>
              <a:t>&lt;button</a:t>
            </a:r>
            <a:r>
              <a:rPr>
                <a:solidFill>
                  <a:srgbClr val="3B3B3B"/>
                </a:solidFill>
              </a:rPr>
              <a:t> </a:t>
            </a:r>
            <a:r>
              <a:rPr>
                <a:solidFill>
                  <a:srgbClr val="E50000"/>
                </a:solidFill>
              </a:rPr>
              <a:t>onClick</a:t>
            </a:r>
            <a:r>
              <a:rPr>
                <a:solidFill>
                  <a:srgbClr val="3B3B3B"/>
                </a:solidFill>
              </a:rPr>
              <a:t>=</a:t>
            </a:r>
            <a:r>
              <a:rPr>
                <a:solidFill>
                  <a:srgbClr val="0000FF"/>
                </a:solidFill>
              </a:rPr>
              <a:t>{</a:t>
            </a:r>
            <a:r>
              <a:rPr>
                <a:solidFill>
                  <a:srgbClr val="3B3B3B"/>
                </a:solidFill>
              </a:rPr>
              <a:t>() </a:t>
            </a:r>
            <a:r>
              <a:rPr>
                <a:solidFill>
                  <a:srgbClr val="0000FF"/>
                </a:solidFill>
              </a:rPr>
              <a:t>=&gt;</a:t>
            </a:r>
            <a:r>
              <a:rPr>
                <a:solidFill>
                  <a:srgbClr val="3B3B3B"/>
                </a:solidFill>
              </a:rPr>
              <a:t> </a:t>
            </a:r>
            <a:r>
              <a:t>setIsLoggedIn</a:t>
            </a:r>
            <a:r>
              <a:rPr>
                <a:solidFill>
                  <a:srgbClr val="3B3B3B"/>
                </a:solidFill>
              </a:rPr>
              <a:t>(</a:t>
            </a:r>
            <a:r>
              <a:rPr>
                <a:solidFill>
                  <a:srgbClr val="0000FF"/>
                </a:solidFill>
              </a:rPr>
              <a:t>true</a:t>
            </a:r>
            <a:r>
              <a:rPr>
                <a:solidFill>
                  <a:srgbClr val="3B3B3B"/>
                </a:solidFill>
              </a:rPr>
              <a:t>)</a:t>
            </a:r>
            <a:r>
              <a:rPr>
                <a:solidFill>
                  <a:srgbClr val="0000FF"/>
                </a:solidFill>
              </a:rPr>
              <a:t>}</a:t>
            </a:r>
            <a:r>
              <a:rPr>
                <a:solidFill>
                  <a:srgbClr val="800000"/>
                </a:solidFill>
              </a:rPr>
              <a:t>&gt;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Login</a:t>
            </a:r>
          </a:p>
          <a:p>
            <a:pPr marL="0" indent="0" defTabSz="425195">
              <a:spcBef>
                <a:spcPts val="0"/>
              </a:spcBef>
              <a:buClrTx/>
              <a:buSzTx/>
              <a:buFontTx/>
              <a:buNone/>
              <a:defRPr sz="3162">
                <a:solidFill>
                  <a:srgbClr val="800000"/>
                </a:solidFill>
                <a:latin typeface="Menlo Regular"/>
                <a:ea typeface="Menlo Regular"/>
                <a:cs typeface="Menlo Regular"/>
                <a:sym typeface="Menlo Regular"/>
              </a:defRPr>
            </a:pPr>
            <a:r>
              <a:rPr>
                <a:solidFill>
                  <a:srgbClr val="3B3B3B"/>
                </a:solidFill>
              </a:rPr>
              <a:t>        </a:t>
            </a:r>
            <a:r>
              <a:t>&lt;/button&gt;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r>
              <a:rPr>
                <a:solidFill>
                  <a:srgbClr val="0000FF"/>
                </a:solidFill>
              </a:rPr>
              <a:t>}</a:t>
            </a:r>
          </a:p>
          <a:p>
            <a:pPr marL="0" indent="0" defTabSz="425195">
              <a:spcBef>
                <a:spcPts val="0"/>
              </a:spcBef>
              <a:buClrTx/>
              <a:buSzTx/>
              <a:buFontTx/>
              <a:buNone/>
              <a:defRPr sz="3162">
                <a:solidFill>
                  <a:srgbClr val="800000"/>
                </a:solidFill>
                <a:latin typeface="Menlo Regular"/>
                <a:ea typeface="Menlo Regular"/>
                <a:cs typeface="Menlo Regular"/>
                <a:sym typeface="Menlo Regular"/>
              </a:defRPr>
            </a:pPr>
            <a:r>
              <a:rPr>
                <a:solidFill>
                  <a:srgbClr val="3B3B3B"/>
                </a:solidFill>
              </a:rPr>
              <a:t>    </a:t>
            </a:r>
            <a:r>
              <a:t>&lt;/nav&gt;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  );</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r>
              <a:t>}</a:t>
            </a: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a:p>
            <a:pPr marL="0" indent="0" defTabSz="425195">
              <a:spcBef>
                <a:spcPts val="0"/>
              </a:spcBef>
              <a:buClrTx/>
              <a:buSzTx/>
              <a:buFontTx/>
              <a:buNone/>
              <a:defRPr sz="3162">
                <a:solidFill>
                  <a:srgbClr val="AF00DB"/>
                </a:solidFill>
                <a:latin typeface="Menlo Regular"/>
                <a:ea typeface="Menlo Regular"/>
                <a:cs typeface="Menlo Regular"/>
                <a:sym typeface="Menlo Regular"/>
              </a:defRPr>
            </a:pPr>
            <a:r>
              <a:t>export</a:t>
            </a:r>
            <a:r>
              <a:rPr>
                <a:solidFill>
                  <a:srgbClr val="3B3B3B"/>
                </a:solidFill>
              </a:rPr>
              <a:t> </a:t>
            </a:r>
            <a:r>
              <a:t>default</a:t>
            </a:r>
            <a:r>
              <a:rPr>
                <a:solidFill>
                  <a:srgbClr val="3B3B3B"/>
                </a:solidFill>
              </a:rPr>
              <a:t> </a:t>
            </a:r>
            <a:r>
              <a:rPr>
                <a:solidFill>
                  <a:srgbClr val="795E26"/>
                </a:solidFill>
              </a:rPr>
              <a:t>Navbar</a:t>
            </a:r>
            <a:r>
              <a:rPr>
                <a:solidFill>
                  <a:srgbClr val="3B3B3B"/>
                </a:solidFill>
              </a:rPr>
              <a:t>;</a:t>
            </a:r>
            <a:endParaRPr>
              <a:solidFill>
                <a:srgbClr val="3B3B3B"/>
              </a:solidFill>
            </a:endParaRPr>
          </a:p>
          <a:p>
            <a:pPr marL="0" indent="0" defTabSz="425195">
              <a:spcBef>
                <a:spcPts val="0"/>
              </a:spcBef>
              <a:buClrTx/>
              <a:buSzTx/>
              <a:buFontTx/>
              <a:buNone/>
              <a:defRPr sz="3162">
                <a:solidFill>
                  <a:srgbClr val="3B3B3B"/>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List and keys"/>
          <p:cNvSpPr txBox="1"/>
          <p:nvPr>
            <p:ph type="title"/>
          </p:nvPr>
        </p:nvSpPr>
        <p:spPr>
          <a:prstGeom prst="rect">
            <a:avLst/>
          </a:prstGeom>
        </p:spPr>
        <p:txBody>
          <a:bodyPr/>
          <a:lstStyle/>
          <a:p>
            <a:pPr/>
            <a:r>
              <a:t>List and keys</a:t>
            </a:r>
          </a:p>
        </p:txBody>
      </p:sp>
      <p:sp>
        <p:nvSpPr>
          <p:cNvPr id="404" name="import './App.css';…"/>
          <p:cNvSpPr txBox="1"/>
          <p:nvPr>
            <p:ph type="body" idx="1"/>
          </p:nvPr>
        </p:nvSpPr>
        <p:spPr>
          <a:xfrm>
            <a:off x="958981" y="2055346"/>
            <a:ext cx="19561756" cy="10703514"/>
          </a:xfrm>
          <a:prstGeom prst="rect">
            <a:avLst/>
          </a:prstGeom>
        </p:spPr>
        <p:txBody>
          <a:bodyPr/>
          <a:lstStyle/>
          <a:p>
            <a:pPr marL="0" indent="0" defTabSz="402336">
              <a:spcBef>
                <a:spcPts val="0"/>
              </a:spcBef>
              <a:buClrTx/>
              <a:buSzTx/>
              <a:buFontTx/>
              <a:buNone/>
              <a:defRPr sz="3168">
                <a:solidFill>
                  <a:srgbClr val="A31515"/>
                </a:solidFill>
                <a:latin typeface="Menlo Regular"/>
                <a:ea typeface="Menlo Regular"/>
                <a:cs typeface="Menlo Regular"/>
                <a:sym typeface="Menlo Regular"/>
              </a:defRPr>
            </a:pPr>
            <a:r>
              <a:rPr>
                <a:solidFill>
                  <a:srgbClr val="AF00DB"/>
                </a:solidFill>
              </a:rPr>
              <a:t>import</a:t>
            </a:r>
            <a:r>
              <a:rPr>
                <a:solidFill>
                  <a:srgbClr val="3B3B3B"/>
                </a:solidFill>
              </a:rPr>
              <a:t> </a:t>
            </a:r>
            <a:r>
              <a:t>'./App.css'</a:t>
            </a:r>
            <a:r>
              <a:rPr>
                <a:solidFill>
                  <a:srgbClr val="3B3B3B"/>
                </a:solidFill>
              </a:rPr>
              <a:t>;</a:t>
            </a:r>
            <a:endParaRPr>
              <a:solidFill>
                <a:srgbClr val="3B3B3B"/>
              </a:solidFill>
            </a:endParaRPr>
          </a:p>
          <a:p>
            <a:pPr marL="0" indent="0" defTabSz="402336">
              <a:spcBef>
                <a:spcPts val="0"/>
              </a:spcBef>
              <a:buClrTx/>
              <a:buSzTx/>
              <a:buFontTx/>
              <a:buNone/>
              <a:defRPr sz="3168">
                <a:solidFill>
                  <a:srgbClr val="A31515"/>
                </a:solidFill>
                <a:latin typeface="Menlo Regular"/>
                <a:ea typeface="Menlo Regular"/>
                <a:cs typeface="Menlo Regular"/>
                <a:sym typeface="Menlo Regular"/>
              </a:defRPr>
            </a:pPr>
            <a:r>
              <a:rPr>
                <a:solidFill>
                  <a:srgbClr val="AF00DB"/>
                </a:solidFill>
              </a:rPr>
              <a:t>import</a:t>
            </a:r>
            <a:r>
              <a:rPr>
                <a:solidFill>
                  <a:srgbClr val="3B3B3B"/>
                </a:solidFill>
              </a:rPr>
              <a:t> </a:t>
            </a:r>
            <a:r>
              <a:rPr>
                <a:solidFill>
                  <a:srgbClr val="001080"/>
                </a:solidFill>
              </a:rPr>
              <a:t>Navbar</a:t>
            </a:r>
            <a:r>
              <a:rPr>
                <a:solidFill>
                  <a:srgbClr val="3B3B3B"/>
                </a:solidFill>
              </a:rPr>
              <a:t> </a:t>
            </a:r>
            <a:r>
              <a:rPr>
                <a:solidFill>
                  <a:srgbClr val="AF00DB"/>
                </a:solidFill>
              </a:rPr>
              <a:t>from</a:t>
            </a:r>
            <a:r>
              <a:rPr>
                <a:solidFill>
                  <a:srgbClr val="3B3B3B"/>
                </a:solidFill>
              </a:rPr>
              <a:t> </a:t>
            </a:r>
            <a:r>
              <a:t>'./Home/Home'</a:t>
            </a:r>
            <a:r>
              <a:rPr>
                <a:solidFill>
                  <a:srgbClr val="3B3B3B"/>
                </a:solidFill>
              </a:rPr>
              <a:t>;</a:t>
            </a:r>
            <a:endParaRPr>
              <a:solidFill>
                <a:srgbClr val="3B3B3B"/>
              </a:solidFill>
            </a:endParaRPr>
          </a:p>
          <a:p>
            <a:pPr marL="0" indent="0" defTabSz="402336">
              <a:spcBef>
                <a:spcPts val="0"/>
              </a:spcBef>
              <a:buClrTx/>
              <a:buSzTx/>
              <a:buFontTx/>
              <a:buNone/>
              <a:defRPr sz="3168">
                <a:solidFill>
                  <a:srgbClr val="A31515"/>
                </a:solidFill>
                <a:latin typeface="Menlo Regular"/>
                <a:ea typeface="Menlo Regular"/>
                <a:cs typeface="Menlo Regular"/>
                <a:sym typeface="Menlo Regular"/>
              </a:defRPr>
            </a:pPr>
            <a:r>
              <a:rPr>
                <a:solidFill>
                  <a:srgbClr val="AF00DB"/>
                </a:solidFill>
              </a:rPr>
              <a:t>import</a:t>
            </a:r>
            <a:r>
              <a:rPr>
                <a:solidFill>
                  <a:srgbClr val="3B3B3B"/>
                </a:solidFill>
              </a:rPr>
              <a:t> </a:t>
            </a:r>
            <a:r>
              <a:rPr>
                <a:solidFill>
                  <a:srgbClr val="001080"/>
                </a:solidFill>
              </a:rPr>
              <a:t>Landing</a:t>
            </a:r>
            <a:r>
              <a:rPr>
                <a:solidFill>
                  <a:srgbClr val="3B3B3B"/>
                </a:solidFill>
              </a:rPr>
              <a:t> </a:t>
            </a:r>
            <a:r>
              <a:rPr>
                <a:solidFill>
                  <a:srgbClr val="AF00DB"/>
                </a:solidFill>
              </a:rPr>
              <a:t>from</a:t>
            </a:r>
            <a:r>
              <a:rPr>
                <a:solidFill>
                  <a:srgbClr val="3B3B3B"/>
                </a:solidFill>
              </a:rPr>
              <a:t> </a:t>
            </a:r>
            <a:r>
              <a:t>'./Landing/Landing'</a:t>
            </a:r>
            <a:r>
              <a:rPr>
                <a:solidFill>
                  <a:srgbClr val="3B3B3B"/>
                </a:solidFill>
              </a:rPr>
              <a:t>;</a:t>
            </a:r>
            <a:endParaRPr>
              <a:solidFill>
                <a:srgbClr val="3B3B3B"/>
              </a:solidFill>
            </a:endParaRP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r>
              <a:t>  </a:t>
            </a: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p>
          <a:p>
            <a:pPr marL="0" indent="0" defTabSz="402336">
              <a:spcBef>
                <a:spcPts val="0"/>
              </a:spcBef>
              <a:buClrTx/>
              <a:buSzTx/>
              <a:buFontTx/>
              <a:buNone/>
              <a:defRPr sz="3168">
                <a:solidFill>
                  <a:srgbClr val="001080"/>
                </a:solidFill>
                <a:latin typeface="Menlo Regular"/>
                <a:ea typeface="Menlo Regular"/>
                <a:cs typeface="Menlo Regular"/>
                <a:sym typeface="Menlo Regular"/>
              </a:defRPr>
            </a:pPr>
            <a:r>
              <a:rPr>
                <a:solidFill>
                  <a:srgbClr val="3B3B3B"/>
                </a:solidFill>
              </a:rPr>
              <a:t>  </a:t>
            </a:r>
            <a:r>
              <a:rPr>
                <a:solidFill>
                  <a:srgbClr val="0000FF"/>
                </a:solidFill>
              </a:rPr>
              <a:t>let</a:t>
            </a:r>
            <a:r>
              <a:rPr>
                <a:solidFill>
                  <a:srgbClr val="3B3B3B"/>
                </a:solidFill>
              </a:rPr>
              <a:t> </a:t>
            </a:r>
            <a:r>
              <a:t>student</a:t>
            </a:r>
            <a:r>
              <a:rPr>
                <a:solidFill>
                  <a:srgbClr val="3B3B3B"/>
                </a:solidFill>
              </a:rPr>
              <a:t> = [</a:t>
            </a:r>
            <a:endParaRPr>
              <a:solidFill>
                <a:srgbClr val="3B3B3B"/>
              </a:solidFill>
            </a:endParaRPr>
          </a:p>
          <a:p>
            <a:pPr marL="0" indent="0" defTabSz="402336">
              <a:spcBef>
                <a:spcPts val="0"/>
              </a:spcBef>
              <a:buClrTx/>
              <a:buSzTx/>
              <a:buFontTx/>
              <a:buNone/>
              <a:defRPr sz="3168">
                <a:solidFill>
                  <a:srgbClr val="A31515"/>
                </a:solidFill>
                <a:latin typeface="Menlo Regular"/>
                <a:ea typeface="Menlo Regular"/>
                <a:cs typeface="Menlo Regular"/>
                <a:sym typeface="Menlo Regular"/>
              </a:defRPr>
            </a:pPr>
            <a:r>
              <a:rPr>
                <a:solidFill>
                  <a:srgbClr val="3B3B3B"/>
                </a:solidFill>
              </a:rPr>
              <a:t>    { </a:t>
            </a:r>
            <a:r>
              <a:rPr>
                <a:solidFill>
                  <a:srgbClr val="001080"/>
                </a:solidFill>
              </a:rPr>
              <a:t>name:</a:t>
            </a:r>
            <a:r>
              <a:rPr>
                <a:solidFill>
                  <a:srgbClr val="3B3B3B"/>
                </a:solidFill>
              </a:rPr>
              <a:t> </a:t>
            </a:r>
            <a:r>
              <a:t>"Naidu"</a:t>
            </a:r>
            <a:r>
              <a:rPr>
                <a:solidFill>
                  <a:srgbClr val="3B3B3B"/>
                </a:solidFill>
              </a:rPr>
              <a:t>, </a:t>
            </a:r>
            <a:r>
              <a:rPr>
                <a:solidFill>
                  <a:srgbClr val="001080"/>
                </a:solidFill>
              </a:rPr>
              <a:t>age:</a:t>
            </a:r>
            <a:r>
              <a:rPr>
                <a:solidFill>
                  <a:srgbClr val="3B3B3B"/>
                </a:solidFill>
              </a:rPr>
              <a:t> </a:t>
            </a:r>
            <a:r>
              <a:rPr>
                <a:solidFill>
                  <a:srgbClr val="098658"/>
                </a:solidFill>
              </a:rPr>
              <a:t>24</a:t>
            </a:r>
            <a:r>
              <a:rPr>
                <a:solidFill>
                  <a:srgbClr val="3B3B3B"/>
                </a:solidFill>
              </a:rPr>
              <a:t>, </a:t>
            </a:r>
            <a:r>
              <a:rPr>
                <a:solidFill>
                  <a:srgbClr val="001080"/>
                </a:solidFill>
              </a:rPr>
              <a:t>course:</a:t>
            </a:r>
            <a:r>
              <a:rPr>
                <a:solidFill>
                  <a:srgbClr val="3B3B3B"/>
                </a:solidFill>
              </a:rPr>
              <a:t> </a:t>
            </a:r>
            <a:r>
              <a:t>"MERN"</a:t>
            </a:r>
            <a:r>
              <a:rPr>
                <a:solidFill>
                  <a:srgbClr val="3B3B3B"/>
                </a:solidFill>
              </a:rPr>
              <a:t> },</a:t>
            </a:r>
            <a:endParaRPr>
              <a:solidFill>
                <a:srgbClr val="3B3B3B"/>
              </a:solidFill>
            </a:endParaRPr>
          </a:p>
          <a:p>
            <a:pPr marL="0" indent="0" defTabSz="402336">
              <a:spcBef>
                <a:spcPts val="0"/>
              </a:spcBef>
              <a:buClrTx/>
              <a:buSzTx/>
              <a:buFontTx/>
              <a:buNone/>
              <a:defRPr sz="3168">
                <a:solidFill>
                  <a:srgbClr val="A31515"/>
                </a:solidFill>
                <a:latin typeface="Menlo Regular"/>
                <a:ea typeface="Menlo Regular"/>
                <a:cs typeface="Menlo Regular"/>
                <a:sym typeface="Menlo Regular"/>
              </a:defRPr>
            </a:pPr>
            <a:r>
              <a:rPr>
                <a:solidFill>
                  <a:srgbClr val="3B3B3B"/>
                </a:solidFill>
              </a:rPr>
              <a:t>    { </a:t>
            </a:r>
            <a:r>
              <a:rPr>
                <a:solidFill>
                  <a:srgbClr val="001080"/>
                </a:solidFill>
              </a:rPr>
              <a:t>name:</a:t>
            </a:r>
            <a:r>
              <a:rPr>
                <a:solidFill>
                  <a:srgbClr val="3B3B3B"/>
                </a:solidFill>
              </a:rPr>
              <a:t> </a:t>
            </a:r>
            <a:r>
              <a:t>"Kiran"</a:t>
            </a:r>
            <a:r>
              <a:rPr>
                <a:solidFill>
                  <a:srgbClr val="3B3B3B"/>
                </a:solidFill>
              </a:rPr>
              <a:t>, </a:t>
            </a:r>
            <a:r>
              <a:rPr>
                <a:solidFill>
                  <a:srgbClr val="001080"/>
                </a:solidFill>
              </a:rPr>
              <a:t>age:</a:t>
            </a:r>
            <a:r>
              <a:rPr>
                <a:solidFill>
                  <a:srgbClr val="3B3B3B"/>
                </a:solidFill>
              </a:rPr>
              <a:t> </a:t>
            </a:r>
            <a:r>
              <a:rPr>
                <a:solidFill>
                  <a:srgbClr val="098658"/>
                </a:solidFill>
              </a:rPr>
              <a:t>25</a:t>
            </a:r>
            <a:r>
              <a:rPr>
                <a:solidFill>
                  <a:srgbClr val="3B3B3B"/>
                </a:solidFill>
              </a:rPr>
              <a:t>, </a:t>
            </a:r>
            <a:r>
              <a:rPr>
                <a:solidFill>
                  <a:srgbClr val="001080"/>
                </a:solidFill>
              </a:rPr>
              <a:t>course:</a:t>
            </a:r>
            <a:r>
              <a:rPr>
                <a:solidFill>
                  <a:srgbClr val="3B3B3B"/>
                </a:solidFill>
              </a:rPr>
              <a:t> </a:t>
            </a:r>
            <a:r>
              <a:t>"MERN"</a:t>
            </a:r>
            <a:r>
              <a:rPr>
                <a:solidFill>
                  <a:srgbClr val="3B3B3B"/>
                </a:solidFill>
              </a:rPr>
              <a:t> },</a:t>
            </a:r>
            <a:endParaRPr>
              <a:solidFill>
                <a:srgbClr val="3B3B3B"/>
              </a:solidFill>
            </a:endParaRPr>
          </a:p>
          <a:p>
            <a:pPr marL="0" indent="0" defTabSz="402336">
              <a:spcBef>
                <a:spcPts val="0"/>
              </a:spcBef>
              <a:buClrTx/>
              <a:buSzTx/>
              <a:buFontTx/>
              <a:buNone/>
              <a:defRPr sz="3168">
                <a:solidFill>
                  <a:srgbClr val="001080"/>
                </a:solidFill>
                <a:latin typeface="Menlo Regular"/>
                <a:ea typeface="Menlo Regular"/>
                <a:cs typeface="Menlo Regular"/>
                <a:sym typeface="Menlo Regular"/>
              </a:defRPr>
            </a:pPr>
            <a:r>
              <a:rPr>
                <a:solidFill>
                  <a:srgbClr val="3B3B3B"/>
                </a:solidFill>
              </a:rPr>
              <a:t>    { </a:t>
            </a:r>
            <a:r>
              <a:t>name:</a:t>
            </a:r>
            <a:r>
              <a:rPr>
                <a:solidFill>
                  <a:srgbClr val="3B3B3B"/>
                </a:solidFill>
              </a:rPr>
              <a:t> </a:t>
            </a:r>
            <a:r>
              <a:rPr>
                <a:solidFill>
                  <a:srgbClr val="A31515"/>
                </a:solidFill>
              </a:rPr>
              <a:t>"Balu"</a:t>
            </a:r>
            <a:r>
              <a:rPr>
                <a:solidFill>
                  <a:srgbClr val="3B3B3B"/>
                </a:solidFill>
              </a:rPr>
              <a:t>, </a:t>
            </a:r>
            <a:r>
              <a:t>age:</a:t>
            </a:r>
            <a:r>
              <a:rPr>
                <a:solidFill>
                  <a:srgbClr val="3B3B3B"/>
                </a:solidFill>
              </a:rPr>
              <a:t> </a:t>
            </a:r>
            <a:r>
              <a:rPr>
                <a:solidFill>
                  <a:srgbClr val="098658"/>
                </a:solidFill>
              </a:rPr>
              <a:t>23</a:t>
            </a:r>
            <a:r>
              <a:rPr>
                <a:solidFill>
                  <a:srgbClr val="3B3B3B"/>
                </a:solidFill>
              </a:rPr>
              <a:t>, </a:t>
            </a:r>
            <a:r>
              <a:t>course:</a:t>
            </a:r>
            <a:r>
              <a:rPr>
                <a:solidFill>
                  <a:srgbClr val="3B3B3B"/>
                </a:solidFill>
              </a:rPr>
              <a:t> </a:t>
            </a:r>
            <a:r>
              <a:rPr>
                <a:solidFill>
                  <a:srgbClr val="A31515"/>
                </a:solidFill>
              </a:rPr>
              <a:t>"MERN"</a:t>
            </a:r>
            <a:r>
              <a:rPr>
                <a:solidFill>
                  <a:srgbClr val="3B3B3B"/>
                </a:solidFill>
              </a:rPr>
              <a:t> }</a:t>
            </a:r>
            <a:endParaRPr>
              <a:solidFill>
                <a:srgbClr val="3B3B3B"/>
              </a:solidFill>
            </a:endParaRP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r>
              <a:t>  ];</a:t>
            </a: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p>
          <a:p>
            <a:pPr marL="0" indent="0" defTabSz="402336">
              <a:spcBef>
                <a:spcPts val="0"/>
              </a:spcBef>
              <a:buClrTx/>
              <a:buSzTx/>
              <a:buFontTx/>
              <a:buNone/>
              <a:defRPr sz="3168">
                <a:solidFill>
                  <a:srgbClr val="0000FF"/>
                </a:solidFill>
                <a:latin typeface="Menlo Regular"/>
                <a:ea typeface="Menlo Regular"/>
                <a:cs typeface="Menlo Regular"/>
                <a:sym typeface="Menlo Regular"/>
              </a:defRPr>
            </a:pPr>
            <a:r>
              <a:t>function</a:t>
            </a:r>
            <a:r>
              <a:rPr>
                <a:solidFill>
                  <a:srgbClr val="3B3B3B"/>
                </a:solidFill>
              </a:rPr>
              <a:t> </a:t>
            </a:r>
            <a:r>
              <a:rPr>
                <a:solidFill>
                  <a:srgbClr val="795E26"/>
                </a:solidFill>
              </a:rPr>
              <a:t>App</a:t>
            </a:r>
            <a:r>
              <a:rPr>
                <a:solidFill>
                  <a:srgbClr val="3B3B3B"/>
                </a:solidFill>
              </a:rPr>
              <a:t>() {</a:t>
            </a:r>
            <a:endParaRPr>
              <a:solidFill>
                <a:srgbClr val="3B3B3B"/>
              </a:solidFill>
            </a:endParaRPr>
          </a:p>
          <a:p>
            <a:pPr marL="0" indent="0" defTabSz="402336">
              <a:spcBef>
                <a:spcPts val="0"/>
              </a:spcBef>
              <a:buClrTx/>
              <a:buSzTx/>
              <a:buFontTx/>
              <a:buNone/>
              <a:defRPr sz="3168">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 (</a:t>
            </a:r>
            <a:endParaRPr>
              <a:solidFill>
                <a:srgbClr val="3B3B3B"/>
              </a:solidFill>
            </a:endParaRP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r>
              <a:t>    </a:t>
            </a:r>
            <a:r>
              <a:rPr>
                <a:solidFill>
                  <a:srgbClr val="800000"/>
                </a:solidFill>
              </a:rPr>
              <a:t>&lt;&gt;</a:t>
            </a:r>
          </a:p>
          <a:p>
            <a:pPr marL="0" indent="0" defTabSz="402336">
              <a:spcBef>
                <a:spcPts val="0"/>
              </a:spcBef>
              <a:buClrTx/>
              <a:buSzTx/>
              <a:buFontTx/>
              <a:buNone/>
              <a:defRPr sz="3168">
                <a:solidFill>
                  <a:srgbClr val="E50000"/>
                </a:solidFill>
                <a:latin typeface="Menlo Regular"/>
                <a:ea typeface="Menlo Regular"/>
                <a:cs typeface="Menlo Regular"/>
                <a:sym typeface="Menlo Regular"/>
              </a:defRPr>
            </a:pPr>
            <a:r>
              <a:rPr>
                <a:solidFill>
                  <a:srgbClr val="3B3B3B"/>
                </a:solidFill>
              </a:rPr>
              <a:t> </a:t>
            </a:r>
            <a:r>
              <a:rPr>
                <a:solidFill>
                  <a:srgbClr val="800000"/>
                </a:solidFill>
              </a:rPr>
              <a:t>&lt;</a:t>
            </a:r>
            <a:r>
              <a:rPr>
                <a:solidFill>
                  <a:srgbClr val="267F99"/>
                </a:solidFill>
              </a:rPr>
              <a:t>Navbar</a:t>
            </a:r>
            <a:r>
              <a:rPr>
                <a:solidFill>
                  <a:srgbClr val="3B3B3B"/>
                </a:solidFill>
              </a:rPr>
              <a:t> </a:t>
            </a:r>
            <a:r>
              <a:t>students</a:t>
            </a:r>
            <a:r>
              <a:rPr>
                <a:solidFill>
                  <a:srgbClr val="3B3B3B"/>
                </a:solidFill>
              </a:rPr>
              <a:t>=</a:t>
            </a:r>
            <a:r>
              <a:rPr>
                <a:solidFill>
                  <a:srgbClr val="0000FF"/>
                </a:solidFill>
              </a:rPr>
              <a:t>{</a:t>
            </a:r>
            <a:r>
              <a:rPr>
                <a:solidFill>
                  <a:srgbClr val="001080"/>
                </a:solidFill>
              </a:rPr>
              <a:t>student</a:t>
            </a:r>
            <a:r>
              <a:rPr>
                <a:solidFill>
                  <a:srgbClr val="0000FF"/>
                </a:solidFill>
              </a:rPr>
              <a:t>}</a:t>
            </a:r>
            <a:r>
              <a:rPr>
                <a:solidFill>
                  <a:srgbClr val="3B3B3B"/>
                </a:solidFill>
              </a:rPr>
              <a:t>  </a:t>
            </a:r>
            <a:r>
              <a:rPr>
                <a:solidFill>
                  <a:srgbClr val="800000"/>
                </a:solidFill>
              </a:rPr>
              <a:t>/&gt;</a:t>
            </a:r>
            <a:endParaRPr>
              <a:solidFill>
                <a:srgbClr val="3B3B3B"/>
              </a:solidFill>
            </a:endParaRP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r>
              <a:t>     </a:t>
            </a:r>
            <a:r>
              <a:rPr>
                <a:solidFill>
                  <a:srgbClr val="800000"/>
                </a:solidFill>
              </a:rPr>
              <a:t>&lt;/&gt;</a:t>
            </a: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r>
              <a:t>  );</a:t>
            </a: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r>
              <a:t>}</a:t>
            </a: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p>
          <a:p>
            <a:pPr marL="0" indent="0" defTabSz="402336">
              <a:spcBef>
                <a:spcPts val="0"/>
              </a:spcBef>
              <a:buClrTx/>
              <a:buSzTx/>
              <a:buFontTx/>
              <a:buNone/>
              <a:defRPr sz="3168">
                <a:solidFill>
                  <a:srgbClr val="AF00DB"/>
                </a:solidFill>
                <a:latin typeface="Menlo Regular"/>
                <a:ea typeface="Menlo Regular"/>
                <a:cs typeface="Menlo Regular"/>
                <a:sym typeface="Menlo Regular"/>
              </a:defRPr>
            </a:pPr>
            <a:r>
              <a:t>export</a:t>
            </a:r>
            <a:r>
              <a:rPr>
                <a:solidFill>
                  <a:srgbClr val="3B3B3B"/>
                </a:solidFill>
              </a:rPr>
              <a:t> </a:t>
            </a:r>
            <a:r>
              <a:t>default</a:t>
            </a:r>
            <a:r>
              <a:rPr>
                <a:solidFill>
                  <a:srgbClr val="3B3B3B"/>
                </a:solidFill>
              </a:rPr>
              <a:t> </a:t>
            </a:r>
            <a:r>
              <a:rPr>
                <a:solidFill>
                  <a:srgbClr val="795E26"/>
                </a:solidFill>
              </a:rPr>
              <a:t>App</a:t>
            </a:r>
            <a:r>
              <a:rPr>
                <a:solidFill>
                  <a:srgbClr val="3B3B3B"/>
                </a:solidFill>
              </a:rPr>
              <a:t>;</a:t>
            </a:r>
            <a:endParaRPr>
              <a:solidFill>
                <a:srgbClr val="3B3B3B"/>
              </a:solidFill>
            </a:endParaRPr>
          </a:p>
          <a:p>
            <a:pPr marL="0" indent="0" defTabSz="402336">
              <a:spcBef>
                <a:spcPts val="0"/>
              </a:spcBef>
              <a:buClrTx/>
              <a:buSzTx/>
              <a:buFontTx/>
              <a:buNone/>
              <a:defRPr sz="3168">
                <a:solidFill>
                  <a:srgbClr val="3B3B3B"/>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6" name="import { useState } from &quot;react&quot;;…"/>
          <p:cNvSpPr txBox="1"/>
          <p:nvPr>
            <p:ph type="body" idx="1"/>
          </p:nvPr>
        </p:nvSpPr>
        <p:spPr>
          <a:xfrm>
            <a:off x="1127924" y="741351"/>
            <a:ext cx="20812397" cy="11807871"/>
          </a:xfrm>
          <a:prstGeom prst="rect">
            <a:avLst/>
          </a:prstGeom>
        </p:spPr>
        <p:txBody>
          <a:bodyPr/>
          <a:lstStyle/>
          <a:p>
            <a:pPr marL="0" indent="0" defTabSz="374904">
              <a:spcBef>
                <a:spcPts val="0"/>
              </a:spcBef>
              <a:buClrTx/>
              <a:buSzTx/>
              <a:buFontTx/>
              <a:buNone/>
              <a:defRPr sz="3362">
                <a:solidFill>
                  <a:srgbClr val="001080"/>
                </a:solidFill>
                <a:latin typeface="Menlo Regular"/>
                <a:ea typeface="Menlo Regular"/>
                <a:cs typeface="Menlo Regular"/>
                <a:sym typeface="Menlo Regular"/>
              </a:defRPr>
            </a:pPr>
            <a:r>
              <a:rPr>
                <a:solidFill>
                  <a:srgbClr val="3B3B3B"/>
                </a:solidFill>
              </a:rPr>
              <a:t> </a:t>
            </a:r>
            <a:r>
              <a:rPr>
                <a:solidFill>
                  <a:srgbClr val="AF00DB"/>
                </a:solidFill>
              </a:rPr>
              <a:t>import</a:t>
            </a:r>
            <a:r>
              <a:rPr>
                <a:solidFill>
                  <a:srgbClr val="3B3B3B"/>
                </a:solidFill>
              </a:rPr>
              <a:t> { </a:t>
            </a:r>
            <a:r>
              <a:t>useState</a:t>
            </a:r>
            <a:r>
              <a:rPr>
                <a:solidFill>
                  <a:srgbClr val="3B3B3B"/>
                </a:solidFill>
              </a:rPr>
              <a:t> } </a:t>
            </a:r>
            <a:r>
              <a:rPr>
                <a:solidFill>
                  <a:srgbClr val="AF00DB"/>
                </a:solidFill>
              </a:rPr>
              <a:t>from</a:t>
            </a:r>
            <a:r>
              <a:rPr>
                <a:solidFill>
                  <a:srgbClr val="3B3B3B"/>
                </a:solidFill>
              </a:rPr>
              <a:t> </a:t>
            </a:r>
            <a:r>
              <a:rPr>
                <a:solidFill>
                  <a:srgbClr val="A31515"/>
                </a:solidFill>
              </a:rPr>
              <a:t>"react"</a:t>
            </a:r>
            <a:r>
              <a:rPr>
                <a:solidFill>
                  <a:srgbClr val="3B3B3B"/>
                </a:solidFill>
              </a:rPr>
              <a:t>;</a:t>
            </a:r>
            <a:endParaRPr>
              <a:solidFill>
                <a:srgbClr val="3B3B3B"/>
              </a:solidFill>
            </a:endParaRP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p>
          <a:p>
            <a:pPr marL="0" indent="0" defTabSz="374904">
              <a:spcBef>
                <a:spcPts val="0"/>
              </a:spcBef>
              <a:buClrTx/>
              <a:buSzTx/>
              <a:buFontTx/>
              <a:buNone/>
              <a:defRPr sz="3362">
                <a:solidFill>
                  <a:srgbClr val="0000FF"/>
                </a:solidFill>
                <a:latin typeface="Menlo Regular"/>
                <a:ea typeface="Menlo Regular"/>
                <a:cs typeface="Menlo Regular"/>
                <a:sym typeface="Menlo Regular"/>
              </a:defRPr>
            </a:pPr>
            <a:r>
              <a:t>function</a:t>
            </a:r>
            <a:r>
              <a:rPr>
                <a:solidFill>
                  <a:srgbClr val="3B3B3B"/>
                </a:solidFill>
              </a:rPr>
              <a:t> </a:t>
            </a:r>
            <a:r>
              <a:rPr>
                <a:solidFill>
                  <a:srgbClr val="795E26"/>
                </a:solidFill>
              </a:rPr>
              <a:t>Navbar</a:t>
            </a:r>
            <a:r>
              <a:rPr>
                <a:solidFill>
                  <a:srgbClr val="3B3B3B"/>
                </a:solidFill>
              </a:rPr>
              <a:t>({ </a:t>
            </a:r>
            <a:r>
              <a:rPr>
                <a:solidFill>
                  <a:srgbClr val="001080"/>
                </a:solidFill>
              </a:rPr>
              <a:t>students</a:t>
            </a:r>
            <a:r>
              <a:rPr>
                <a:solidFill>
                  <a:srgbClr val="3B3B3B"/>
                </a:solidFill>
              </a:rPr>
              <a:t> }) {</a:t>
            </a:r>
            <a:endParaRPr>
              <a:solidFill>
                <a:srgbClr val="3B3B3B"/>
              </a:solidFill>
            </a:endParaRPr>
          </a:p>
          <a:p>
            <a:pPr marL="0" indent="0" defTabSz="374904">
              <a:spcBef>
                <a:spcPts val="0"/>
              </a:spcBef>
              <a:buClrTx/>
              <a:buSzTx/>
              <a:buFontTx/>
              <a:buNone/>
              <a:defRPr sz="3362">
                <a:solidFill>
                  <a:srgbClr val="AF00DB"/>
                </a:solidFill>
                <a:latin typeface="Menlo Regular"/>
                <a:ea typeface="Menlo Regular"/>
                <a:cs typeface="Menlo Regular"/>
                <a:sym typeface="Menlo Regular"/>
              </a:defRPr>
            </a:pPr>
            <a:r>
              <a:rPr>
                <a:solidFill>
                  <a:srgbClr val="3B3B3B"/>
                </a:solidFill>
              </a:rPr>
              <a:t>  </a:t>
            </a:r>
            <a:r>
              <a:t>return</a:t>
            </a:r>
            <a:r>
              <a:rPr>
                <a:solidFill>
                  <a:srgbClr val="3B3B3B"/>
                </a:solidFill>
              </a:rPr>
              <a:t> (</a:t>
            </a:r>
            <a:endParaRPr>
              <a:solidFill>
                <a:srgbClr val="3B3B3B"/>
              </a:solidFill>
            </a:endParaRP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800000"/>
                </a:solidFill>
              </a:rPr>
              <a:t>&lt;&gt;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800000"/>
                </a:solidFill>
              </a:rPr>
              <a:t>&lt;h2&gt;</a:t>
            </a:r>
            <a:r>
              <a:t>Home Component</a:t>
            </a:r>
            <a:r>
              <a:rPr>
                <a:solidFill>
                  <a:srgbClr val="800000"/>
                </a:solidFill>
              </a:rPr>
              <a:t>&lt;/h2&gt;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800000"/>
                </a:solidFill>
              </a:rPr>
              <a:t>&lt;ul&gt;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0000FF"/>
                </a:solidFill>
              </a:rPr>
              <a:t>{</a:t>
            </a:r>
            <a:r>
              <a:rPr>
                <a:solidFill>
                  <a:srgbClr val="001080"/>
                </a:solidFill>
              </a:rPr>
              <a:t>students</a:t>
            </a:r>
            <a:r>
              <a:t>.</a:t>
            </a:r>
            <a:r>
              <a:rPr>
                <a:solidFill>
                  <a:srgbClr val="795E26"/>
                </a:solidFill>
              </a:rPr>
              <a:t>map</a:t>
            </a:r>
            <a:r>
              <a:t>((</a:t>
            </a:r>
            <a:r>
              <a:rPr>
                <a:solidFill>
                  <a:srgbClr val="001080"/>
                </a:solidFill>
              </a:rPr>
              <a:t>stu</a:t>
            </a:r>
            <a:r>
              <a:t>, </a:t>
            </a:r>
            <a:r>
              <a:rPr>
                <a:solidFill>
                  <a:srgbClr val="001080"/>
                </a:solidFill>
              </a:rPr>
              <a:t>index</a:t>
            </a:r>
            <a:r>
              <a:t>) </a:t>
            </a:r>
            <a:r>
              <a:rPr>
                <a:solidFill>
                  <a:srgbClr val="0000FF"/>
                </a:solidFill>
              </a:rPr>
              <a:t>=&gt;</a:t>
            </a:r>
            <a:r>
              <a:t> (</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800000"/>
                </a:solidFill>
              </a:rPr>
              <a:t>&lt;li</a:t>
            </a:r>
            <a:r>
              <a:t> </a:t>
            </a:r>
            <a:r>
              <a:rPr>
                <a:solidFill>
                  <a:srgbClr val="E50000"/>
                </a:solidFill>
              </a:rPr>
              <a:t>key</a:t>
            </a:r>
            <a:r>
              <a:t>=</a:t>
            </a:r>
            <a:r>
              <a:rPr>
                <a:solidFill>
                  <a:srgbClr val="0000FF"/>
                </a:solidFill>
              </a:rPr>
              <a:t>{</a:t>
            </a:r>
            <a:r>
              <a:rPr>
                <a:solidFill>
                  <a:srgbClr val="001080"/>
                </a:solidFill>
              </a:rPr>
              <a:t>index</a:t>
            </a:r>
            <a:r>
              <a:rPr>
                <a:solidFill>
                  <a:srgbClr val="0000FF"/>
                </a:solidFill>
              </a:rPr>
              <a:t>}</a:t>
            </a:r>
            <a:r>
              <a:rPr>
                <a:solidFill>
                  <a:srgbClr val="800000"/>
                </a:solidFill>
              </a:rPr>
              <a:t>&gt;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Name: </a:t>
            </a:r>
            <a:r>
              <a:rPr>
                <a:solidFill>
                  <a:srgbClr val="0000FF"/>
                </a:solidFill>
              </a:rPr>
              <a:t>{</a:t>
            </a:r>
            <a:r>
              <a:rPr>
                <a:solidFill>
                  <a:srgbClr val="001080"/>
                </a:solidFill>
              </a:rPr>
              <a:t>stu</a:t>
            </a:r>
            <a:r>
              <a:t>.</a:t>
            </a:r>
            <a:r>
              <a:rPr>
                <a:solidFill>
                  <a:srgbClr val="001080"/>
                </a:solidFill>
              </a:rPr>
              <a:t>name</a:t>
            </a:r>
            <a:r>
              <a:rPr>
                <a:solidFill>
                  <a:srgbClr val="0000FF"/>
                </a:solidFill>
              </a:rPr>
              <a:t>}</a:t>
            </a:r>
            <a:r>
              <a:t>, </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Age: </a:t>
            </a:r>
            <a:r>
              <a:rPr>
                <a:solidFill>
                  <a:srgbClr val="0000FF"/>
                </a:solidFill>
              </a:rPr>
              <a:t>{</a:t>
            </a:r>
            <a:r>
              <a:rPr>
                <a:solidFill>
                  <a:srgbClr val="001080"/>
                </a:solidFill>
              </a:rPr>
              <a:t>stu</a:t>
            </a:r>
            <a:r>
              <a:t>.</a:t>
            </a:r>
            <a:r>
              <a:rPr>
                <a:solidFill>
                  <a:srgbClr val="001080"/>
                </a:solidFill>
              </a:rPr>
              <a:t>age</a:t>
            </a:r>
            <a:r>
              <a:rPr>
                <a:solidFill>
                  <a:srgbClr val="0000FF"/>
                </a:solidFill>
              </a:rPr>
              <a:t>}</a:t>
            </a:r>
            <a:r>
              <a:t>, </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Course: </a:t>
            </a:r>
            <a:r>
              <a:rPr>
                <a:solidFill>
                  <a:srgbClr val="0000FF"/>
                </a:solidFill>
              </a:rPr>
              <a:t>{</a:t>
            </a:r>
            <a:r>
              <a:rPr>
                <a:solidFill>
                  <a:srgbClr val="001080"/>
                </a:solidFill>
              </a:rPr>
              <a:t>stu</a:t>
            </a:r>
            <a:r>
              <a:t>.</a:t>
            </a:r>
            <a:r>
              <a:rPr>
                <a:solidFill>
                  <a:srgbClr val="001080"/>
                </a:solidFill>
              </a:rPr>
              <a:t>course</a:t>
            </a:r>
            <a:r>
              <a:rPr>
                <a:solidFill>
                  <a:srgbClr val="0000FF"/>
                </a:solidFill>
              </a:rPr>
              <a: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800000"/>
                </a:solidFill>
              </a:rPr>
              <a:t>&lt;/li&gt;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0000FF"/>
                </a:solidFill>
              </a:rPr>
              <a: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800000"/>
                </a:solidFill>
              </a:rPr>
              <a:t>&lt;/ul&gt;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r>
              <a:rPr>
                <a:solidFill>
                  <a:srgbClr val="800000"/>
                </a:solidFill>
              </a:rPr>
              <a:t>&lt;/&gt;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  );</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r>
              <a:t>}</a:t>
            </a: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p>
          <a:p>
            <a:pPr marL="0" indent="0" defTabSz="374904">
              <a:spcBef>
                <a:spcPts val="0"/>
              </a:spcBef>
              <a:buClrTx/>
              <a:buSzTx/>
              <a:buFontTx/>
              <a:buNone/>
              <a:defRPr sz="3362">
                <a:solidFill>
                  <a:srgbClr val="AF00DB"/>
                </a:solidFill>
                <a:latin typeface="Menlo Regular"/>
                <a:ea typeface="Menlo Regular"/>
                <a:cs typeface="Menlo Regular"/>
                <a:sym typeface="Menlo Regular"/>
              </a:defRPr>
            </a:pPr>
            <a:r>
              <a:t>export</a:t>
            </a:r>
            <a:r>
              <a:rPr>
                <a:solidFill>
                  <a:srgbClr val="3B3B3B"/>
                </a:solidFill>
              </a:rPr>
              <a:t> </a:t>
            </a:r>
            <a:r>
              <a:t>default</a:t>
            </a:r>
            <a:r>
              <a:rPr>
                <a:solidFill>
                  <a:srgbClr val="3B3B3B"/>
                </a:solidFill>
              </a:rPr>
              <a:t> </a:t>
            </a:r>
            <a:r>
              <a:rPr>
                <a:solidFill>
                  <a:srgbClr val="795E26"/>
                </a:solidFill>
              </a:rPr>
              <a:t>Navbar</a:t>
            </a:r>
            <a:r>
              <a:rPr>
                <a:solidFill>
                  <a:srgbClr val="3B3B3B"/>
                </a:solidFill>
              </a:rPr>
              <a:t>;</a:t>
            </a:r>
            <a:endParaRPr>
              <a:solidFill>
                <a:srgbClr val="3B3B3B"/>
              </a:solidFill>
            </a:endParaRPr>
          </a:p>
          <a:p>
            <a:pPr marL="0" indent="0" defTabSz="374904">
              <a:spcBef>
                <a:spcPts val="0"/>
              </a:spcBef>
              <a:buClrTx/>
              <a:buSzTx/>
              <a:buFontTx/>
              <a:buNone/>
              <a:defRPr sz="3362">
                <a:solidFill>
                  <a:srgbClr val="3B3B3B"/>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_DynamicWavesLight">
  <a:themeElements>
    <a:clrScheme name="36_DynamicWaves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